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527"/>
    <p:restoredTop sz="94694"/>
  </p:normalViewPr>
  <p:slideViewPr>
    <p:cSldViewPr snapToGrid="0">
      <p:cViewPr varScale="1">
        <p:scale>
          <a:sx n="96" d="100"/>
          <a:sy n="96" d="100"/>
        </p:scale>
        <p:origin x="200" y="7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DDFA9C-7DBA-9371-9F62-B34843D203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5C7E19-4ECD-258D-3ADE-8B3882EF66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8E02AA-5A17-6448-C0BB-FB7E3E665E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F0F84-2274-BB42-9373-06991ED0185B}" type="datetimeFigureOut">
              <a:rPr lang="en-US" smtClean="0"/>
              <a:t>3/16/26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E3E9AA-F556-8FB2-728C-13288BF6CD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CE769F-1306-19B7-9830-337F5F5232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05CAF-FACE-854F-B85E-943C27EA2C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46388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161E56-776B-F9FC-7485-9E1BB7D538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700876-1DEB-0AA2-BDEB-A2FEA414D5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275FA8-7529-7A9E-15CA-1E385681E0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F0F84-2274-BB42-9373-06991ED0185B}" type="datetimeFigureOut">
              <a:rPr lang="en-US" smtClean="0"/>
              <a:t>3/16/26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AE764-C742-9E40-DAAA-165D5B516A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43C69F-D3C9-0280-CE99-D570A8C088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05CAF-FACE-854F-B85E-943C27EA2C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50535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6FBE3-3090-2954-C3FD-E026B038ED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A22DF1-CF0D-0698-1868-082E9306E9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912EAC-3526-545E-DB03-591634438C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F0F84-2274-BB42-9373-06991ED0185B}" type="datetimeFigureOut">
              <a:rPr lang="en-US" smtClean="0"/>
              <a:t>3/16/26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37F1C2-21A5-23F8-6073-F250F1BB43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690133-0471-E82A-0E7D-9D0AB62C11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05CAF-FACE-854F-B85E-943C27EA2C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32333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D98EA4-EDD0-1F19-2310-E63F533FBF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D75820-A7C3-E2C6-D53C-A03B9BEC31A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98E34A-5E1E-C357-6CF2-B6906DDF4E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49C433-76D7-0179-2EB5-6671D9C68B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F0F84-2274-BB42-9373-06991ED0185B}" type="datetimeFigureOut">
              <a:rPr lang="en-US" smtClean="0"/>
              <a:t>3/16/26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0D77B2-6911-19FF-5141-20F9926237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230072-ECD2-A825-AB24-ADDFAB860D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05CAF-FACE-854F-B85E-943C27EA2C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17474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1CAFBF-15E0-D454-4E5C-A1483115F6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A55381-456A-2799-1C62-20AE5F59D2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1F068A-58D0-C305-C399-F501D44DE6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C3BE36D-9768-D2B1-B117-6C42D8EFA8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275C83-6CCF-3E77-AB8A-F737E08F1CF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8EEFF3A-1884-16D4-7CD0-631EF7F8A2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F0F84-2274-BB42-9373-06991ED0185B}" type="datetimeFigureOut">
              <a:rPr lang="en-US" smtClean="0"/>
              <a:t>3/16/26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8EBBF2D-663B-DF58-1C8A-F1F2824D6C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E578CF6-E156-039C-1207-8AB9C10F0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05CAF-FACE-854F-B85E-943C27EA2C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13000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7FF172-F2C2-275C-2B6F-3F5E50C65F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E4BF2BD-48E9-7A73-EC52-A1EDC2BEE0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F0F84-2274-BB42-9373-06991ED0185B}" type="datetimeFigureOut">
              <a:rPr lang="en-US" smtClean="0"/>
              <a:t>3/16/26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4816651-FEF4-7390-3F2C-4A1644915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752EA98-7289-A2AA-0E4D-7275EC7C29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05CAF-FACE-854F-B85E-943C27EA2C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64005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642BC0E-3391-C9FD-917D-B61AC43C76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F0F84-2274-BB42-9373-06991ED0185B}" type="datetimeFigureOut">
              <a:rPr lang="en-US" smtClean="0"/>
              <a:t>3/16/26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1D25666-8C26-EC5C-1335-24F5CF996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62A087-CCF6-92B1-E09F-835E0F9AE2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05CAF-FACE-854F-B85E-943C27EA2C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5539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01FE33-3D01-F493-427A-DB24B26AA1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EE6746-9DA8-1F11-C99A-F083E70318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CB3738-0A3B-C179-15AE-9B7DD28C18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8CFBFD-CDC0-4B10-897C-A876D4D8E9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F0F84-2274-BB42-9373-06991ED0185B}" type="datetimeFigureOut">
              <a:rPr lang="en-US" smtClean="0"/>
              <a:t>3/16/26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EF62A2-972F-BE5B-7C53-C76206D6B1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AD0C5B-1C19-BF52-FFEF-FE7EEB06A1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05CAF-FACE-854F-B85E-943C27EA2C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89657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8E2C95-862E-0052-6D44-E886D20709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24C23CF-D49C-8690-0C4C-C44EA39B0D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9827AB-7E61-BF13-28B7-24B9F8F578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ACACED-1151-33E6-7407-4DA1772B0C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F0F84-2274-BB42-9373-06991ED0185B}" type="datetimeFigureOut">
              <a:rPr lang="en-US" smtClean="0"/>
              <a:t>3/16/26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553D5C-D5AC-C57F-8285-FA05815693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70AED7-3D3B-B424-3648-2B214376E2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05CAF-FACE-854F-B85E-943C27EA2C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3351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0CFAB5-61DC-6162-E1F1-D3EE3E4369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C87C46-591E-B179-E8DA-CE3C0B3256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DA9F05-6F53-87F4-7889-CEBC53712E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F0F84-2274-BB42-9373-06991ED0185B}" type="datetimeFigureOut">
              <a:rPr lang="en-US" smtClean="0"/>
              <a:t>3/16/26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BFC4A7-6C59-DDE8-0A96-FAD50F4D3F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F5E39C-9C71-7D50-E1B6-CBA39CDD15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05CAF-FACE-854F-B85E-943C27EA2C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3261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E9792FB-4179-ACF2-2297-A4DB851015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924F3A-D13A-8970-C582-8CB50A13C2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D7AE1B-6305-62F2-1936-6E9156EDE0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F0F84-2274-BB42-9373-06991ED0185B}" type="datetimeFigureOut">
              <a:rPr lang="en-US" smtClean="0"/>
              <a:t>3/16/26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0085CD-25A9-E60B-1A81-0F65CD295D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F02E01-EA3E-6D17-DF13-85F618FA91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05CAF-FACE-854F-B85E-943C27EA2C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14157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151E04D-0683-89A6-F3FD-4DDD5CFDFB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D69F13-108F-895C-D495-4E3D9672A2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1FCAD4-3F02-954A-EF51-536F6DB49BA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8F0F84-2274-BB42-9373-06991ED0185B}" type="datetimeFigureOut">
              <a:rPr lang="en-US" smtClean="0"/>
              <a:t>3/16/26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5D586B-DB01-CBD0-DDE8-8666C1FE56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EA74F2-2181-5482-FED1-77A9774042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B805CAF-FACE-854F-B85E-943C27EA2C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0233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BD597521-71EB-BF35-C81C-5A15573A5FC0}"/>
              </a:ext>
            </a:extLst>
          </p:cNvPr>
          <p:cNvGrpSpPr/>
          <p:nvPr/>
        </p:nvGrpSpPr>
        <p:grpSpPr>
          <a:xfrm>
            <a:off x="2146739" y="117405"/>
            <a:ext cx="7835461" cy="6740595"/>
            <a:chOff x="2146739" y="117405"/>
            <a:chExt cx="7835461" cy="6740595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F21DA4AB-D559-C6BE-1085-8AD5B449297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/>
            <a:stretch/>
          </p:blipFill>
          <p:spPr>
            <a:xfrm>
              <a:off x="2209800" y="251460"/>
              <a:ext cx="7772400" cy="6606540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B21B201A-232A-911F-06E7-BD2A1CC7BD82}"/>
                </a:ext>
              </a:extLst>
            </p:cNvPr>
            <p:cNvSpPr txBox="1"/>
            <p:nvPr/>
          </p:nvSpPr>
          <p:spPr>
            <a:xfrm>
              <a:off x="2146739" y="117405"/>
              <a:ext cx="49033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/>
                <a:t>a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6EFC3A5-48A6-9781-2D2C-BE193A9B3E9A}"/>
                </a:ext>
              </a:extLst>
            </p:cNvPr>
            <p:cNvSpPr txBox="1"/>
            <p:nvPr/>
          </p:nvSpPr>
          <p:spPr>
            <a:xfrm>
              <a:off x="4504857" y="117405"/>
              <a:ext cx="49033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/>
                <a:t>b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4A87D7CA-2E94-C16E-0256-09CE7F835297}"/>
                </a:ext>
              </a:extLst>
            </p:cNvPr>
            <p:cNvSpPr txBox="1"/>
            <p:nvPr/>
          </p:nvSpPr>
          <p:spPr>
            <a:xfrm>
              <a:off x="4504857" y="1805502"/>
              <a:ext cx="49033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/>
                <a:t>c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8E77B5FB-0047-43EF-5A3E-CDF916758364}"/>
                </a:ext>
              </a:extLst>
            </p:cNvPr>
            <p:cNvSpPr txBox="1"/>
            <p:nvPr/>
          </p:nvSpPr>
          <p:spPr>
            <a:xfrm>
              <a:off x="4504857" y="3493204"/>
              <a:ext cx="49033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/>
                <a:t>d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1C3D65B-6FAB-1EF1-A78E-DBF0FAF29EDB}"/>
                </a:ext>
              </a:extLst>
            </p:cNvPr>
            <p:cNvSpPr txBox="1"/>
            <p:nvPr/>
          </p:nvSpPr>
          <p:spPr>
            <a:xfrm>
              <a:off x="4504857" y="5133561"/>
              <a:ext cx="49033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/>
                <a:t>e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51D441E8-BA1D-D400-2CD3-AC81457175DB}"/>
                </a:ext>
              </a:extLst>
            </p:cNvPr>
            <p:cNvSpPr txBox="1"/>
            <p:nvPr/>
          </p:nvSpPr>
          <p:spPr>
            <a:xfrm>
              <a:off x="6504308" y="117405"/>
              <a:ext cx="49033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/>
                <a:t>f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17F46439-1533-905C-1B9F-92F70F4F5C73}"/>
                </a:ext>
              </a:extLst>
            </p:cNvPr>
            <p:cNvSpPr txBox="1"/>
            <p:nvPr/>
          </p:nvSpPr>
          <p:spPr>
            <a:xfrm>
              <a:off x="8246629" y="117405"/>
              <a:ext cx="49033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/>
                <a:t>g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563605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4301</TotalTime>
  <Words>7</Words>
  <Application>Microsoft Macintosh PowerPoint</Application>
  <PresentationFormat>Widescreen</PresentationFormat>
  <Paragraphs>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Madeleine Gastonguay</dc:creator>
  <cp:lastModifiedBy>Madeleine Gastonguay</cp:lastModifiedBy>
  <cp:revision>4</cp:revision>
  <dcterms:created xsi:type="dcterms:W3CDTF">2026-03-16T15:50:24Z</dcterms:created>
  <dcterms:modified xsi:type="dcterms:W3CDTF">2026-03-19T15:31:32Z</dcterms:modified>
</cp:coreProperties>
</file>