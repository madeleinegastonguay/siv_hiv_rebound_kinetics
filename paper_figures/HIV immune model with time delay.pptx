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2160588" cy="2519363"/>
  <p:notesSz cx="2519363" cy="21605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830"/>
    <a:srgbClr val="B33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7"/>
    <p:restoredTop sz="94610"/>
  </p:normalViewPr>
  <p:slideViewPr>
    <p:cSldViewPr snapToGrid="0" snapToObjects="1">
      <p:cViewPr>
        <p:scale>
          <a:sx n="400" d="100"/>
          <a:sy n="400" d="100"/>
        </p:scale>
        <p:origin x="1104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42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1259-A00A-2F24-6B0C-74BE3C9C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0A6BD-4096-B28E-FF4A-EF13265ED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3E05F-AFC7-3451-EA92-C401FD7B9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9DE6E-51BA-ABBA-F784-D3D71C61E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8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59A92-24C9-2460-B3E3-7387DB90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1015A-833A-DB5F-17D4-303D9A6CB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7A108-35B8-2669-F94E-4606FECB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87785-5D57-66A3-A2BF-0ECBA465E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88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8.png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42" Type="http://schemas.openxmlformats.org/officeDocument/2006/relationships/image" Target="../media/image11.png"/><Relationship Id="rId47" Type="http://schemas.openxmlformats.org/officeDocument/2006/relationships/image" Target="../media/image16.png"/><Relationship Id="rId50" Type="http://schemas.openxmlformats.org/officeDocument/2006/relationships/image" Target="../media/image19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45" Type="http://schemas.openxmlformats.org/officeDocument/2006/relationships/image" Target="../media/image1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5.png"/><Relationship Id="rId49" Type="http://schemas.openxmlformats.org/officeDocument/2006/relationships/image" Target="../media/image18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notesSlide" Target="../notesSlides/notesSlide1.xml"/><Relationship Id="rId44" Type="http://schemas.openxmlformats.org/officeDocument/2006/relationships/image" Target="../media/image1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.png"/><Relationship Id="rId43" Type="http://schemas.openxmlformats.org/officeDocument/2006/relationships/image" Target="../media/image12.png"/><Relationship Id="rId48" Type="http://schemas.openxmlformats.org/officeDocument/2006/relationships/image" Target="../media/image17.png"/><Relationship Id="rId8" Type="http://schemas.openxmlformats.org/officeDocument/2006/relationships/tags" Target="../tags/tag8.xml"/><Relationship Id="rId51" Type="http://schemas.openxmlformats.org/officeDocument/2006/relationships/image" Target="../media/image20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38" Type="http://schemas.openxmlformats.org/officeDocument/2006/relationships/image" Target="../media/image7.png"/><Relationship Id="rId46" Type="http://schemas.openxmlformats.org/officeDocument/2006/relationships/image" Target="../media/image15.png"/><Relationship Id="rId20" Type="http://schemas.openxmlformats.org/officeDocument/2006/relationships/tags" Target="../tags/tag20.xml"/><Relationship Id="rId41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tags" Target="../tags/tag55.xml"/><Relationship Id="rId39" Type="http://schemas.openxmlformats.org/officeDocument/2006/relationships/image" Target="../media/image8.png"/><Relationship Id="rId21" Type="http://schemas.openxmlformats.org/officeDocument/2006/relationships/tags" Target="../tags/tag50.xml"/><Relationship Id="rId34" Type="http://schemas.openxmlformats.org/officeDocument/2006/relationships/image" Target="../media/image3.png"/><Relationship Id="rId42" Type="http://schemas.openxmlformats.org/officeDocument/2006/relationships/image" Target="../media/image11.png"/><Relationship Id="rId47" Type="http://schemas.openxmlformats.org/officeDocument/2006/relationships/image" Target="../media/image16.png"/><Relationship Id="rId50" Type="http://schemas.openxmlformats.org/officeDocument/2006/relationships/image" Target="../media/image19.png"/><Relationship Id="rId55" Type="http://schemas.openxmlformats.org/officeDocument/2006/relationships/image" Target="../media/image24.png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9" Type="http://schemas.openxmlformats.org/officeDocument/2006/relationships/tags" Target="../tags/tag58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32" Type="http://schemas.openxmlformats.org/officeDocument/2006/relationships/image" Target="../media/image1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45" Type="http://schemas.openxmlformats.org/officeDocument/2006/relationships/image" Target="../media/image14.png"/><Relationship Id="rId53" Type="http://schemas.openxmlformats.org/officeDocument/2006/relationships/image" Target="../media/image22.emf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31" Type="http://schemas.openxmlformats.org/officeDocument/2006/relationships/notesSlide" Target="../notesSlides/notesSlide2.xml"/><Relationship Id="rId44" Type="http://schemas.openxmlformats.org/officeDocument/2006/relationships/image" Target="../media/image13.png"/><Relationship Id="rId52" Type="http://schemas.openxmlformats.org/officeDocument/2006/relationships/image" Target="../media/image21.png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tags" Target="../tags/tag56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.png"/><Relationship Id="rId43" Type="http://schemas.openxmlformats.org/officeDocument/2006/relationships/image" Target="../media/image12.png"/><Relationship Id="rId48" Type="http://schemas.openxmlformats.org/officeDocument/2006/relationships/image" Target="../media/image17.png"/><Relationship Id="rId8" Type="http://schemas.openxmlformats.org/officeDocument/2006/relationships/tags" Target="../tags/tag37.xml"/><Relationship Id="rId51" Type="http://schemas.openxmlformats.org/officeDocument/2006/relationships/image" Target="../media/image20.png"/><Relationship Id="rId3" Type="http://schemas.openxmlformats.org/officeDocument/2006/relationships/tags" Target="../tags/tag32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33" Type="http://schemas.openxmlformats.org/officeDocument/2006/relationships/image" Target="../media/image2.png"/><Relationship Id="rId38" Type="http://schemas.openxmlformats.org/officeDocument/2006/relationships/image" Target="../media/image7.png"/><Relationship Id="rId46" Type="http://schemas.openxmlformats.org/officeDocument/2006/relationships/image" Target="../media/image15.png"/><Relationship Id="rId20" Type="http://schemas.openxmlformats.org/officeDocument/2006/relationships/tags" Target="../tags/tag49.xml"/><Relationship Id="rId41" Type="http://schemas.openxmlformats.org/officeDocument/2006/relationships/image" Target="../media/image10.png"/><Relationship Id="rId54" Type="http://schemas.openxmlformats.org/officeDocument/2006/relationships/image" Target="../media/image23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tags" Target="../tags/tag57.xml"/><Relationship Id="rId36" Type="http://schemas.openxmlformats.org/officeDocument/2006/relationships/image" Target="../media/image5.png"/><Relationship Id="rId4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26" Type="http://schemas.openxmlformats.org/officeDocument/2006/relationships/tags" Target="../tags/tag84.xml"/><Relationship Id="rId39" Type="http://schemas.openxmlformats.org/officeDocument/2006/relationships/image" Target="../media/image8.png"/><Relationship Id="rId21" Type="http://schemas.openxmlformats.org/officeDocument/2006/relationships/tags" Target="../tags/tag79.xml"/><Relationship Id="rId34" Type="http://schemas.openxmlformats.org/officeDocument/2006/relationships/image" Target="../media/image3.png"/><Relationship Id="rId42" Type="http://schemas.openxmlformats.org/officeDocument/2006/relationships/image" Target="../media/image11.png"/><Relationship Id="rId47" Type="http://schemas.openxmlformats.org/officeDocument/2006/relationships/image" Target="../media/image16.png"/><Relationship Id="rId50" Type="http://schemas.openxmlformats.org/officeDocument/2006/relationships/image" Target="../media/image19.png"/><Relationship Id="rId55" Type="http://schemas.openxmlformats.org/officeDocument/2006/relationships/image" Target="../media/image26.png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9" Type="http://schemas.openxmlformats.org/officeDocument/2006/relationships/tags" Target="../tags/tag87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image" Target="../media/image1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45" Type="http://schemas.openxmlformats.org/officeDocument/2006/relationships/image" Target="../media/image14.png"/><Relationship Id="rId53" Type="http://schemas.openxmlformats.org/officeDocument/2006/relationships/image" Target="../media/image22.emf"/><Relationship Id="rId5" Type="http://schemas.openxmlformats.org/officeDocument/2006/relationships/tags" Target="../tags/tag63.xml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31" Type="http://schemas.openxmlformats.org/officeDocument/2006/relationships/notesSlide" Target="../notesSlides/notesSlide3.xml"/><Relationship Id="rId44" Type="http://schemas.openxmlformats.org/officeDocument/2006/relationships/image" Target="../media/image13.png"/><Relationship Id="rId52" Type="http://schemas.openxmlformats.org/officeDocument/2006/relationships/image" Target="../media/image25.png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.png"/><Relationship Id="rId43" Type="http://schemas.openxmlformats.org/officeDocument/2006/relationships/image" Target="../media/image12.png"/><Relationship Id="rId48" Type="http://schemas.openxmlformats.org/officeDocument/2006/relationships/image" Target="../media/image17.png"/><Relationship Id="rId8" Type="http://schemas.openxmlformats.org/officeDocument/2006/relationships/tags" Target="../tags/tag66.xml"/><Relationship Id="rId51" Type="http://schemas.openxmlformats.org/officeDocument/2006/relationships/image" Target="../media/image20.png"/><Relationship Id="rId3" Type="http://schemas.openxmlformats.org/officeDocument/2006/relationships/tags" Target="../tags/tag61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image" Target="../media/image2.png"/><Relationship Id="rId38" Type="http://schemas.openxmlformats.org/officeDocument/2006/relationships/image" Target="../media/image7.png"/><Relationship Id="rId46" Type="http://schemas.openxmlformats.org/officeDocument/2006/relationships/image" Target="../media/image15.png"/><Relationship Id="rId20" Type="http://schemas.openxmlformats.org/officeDocument/2006/relationships/tags" Target="../tags/tag78.xml"/><Relationship Id="rId41" Type="http://schemas.openxmlformats.org/officeDocument/2006/relationships/image" Target="../media/image10.png"/><Relationship Id="rId54" Type="http://schemas.openxmlformats.org/officeDocument/2006/relationships/image" Target="../media/image23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36" Type="http://schemas.openxmlformats.org/officeDocument/2006/relationships/image" Target="../media/image5.png"/><Relationship Id="rId4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biorender.com" TargetMode="External"/><Relationship Id="rId5" Type="http://schemas.openxmlformats.org/officeDocument/2006/relationships/hyperlink" Target="https://app.biorender.com/illustrations/68efc908cb5715304cea89b6" TargetMode="External"/><Relationship Id="rId4" Type="http://schemas.openxmlformats.org/officeDocument/2006/relationships/image" Target="../media/image28.svg"/><Relationship Id="rId9" Type="http://schemas.openxmlformats.org/officeDocument/2006/relationships/hyperlink" Target="https://appsource.microsoft.com/en-us/product/office/wa200006038?src=product&amp;mktcmpid=pptx_exp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24CDA61E-1084-7926-080B-D109C7835701}"/>
              </a:ext>
            </a:extLst>
          </p:cNvPr>
          <p:cNvGrpSpPr/>
          <p:nvPr/>
        </p:nvGrpSpPr>
        <p:grpSpPr>
          <a:xfrm>
            <a:off x="-65384" y="277702"/>
            <a:ext cx="2291259" cy="1465787"/>
            <a:chOff x="-65384" y="277702"/>
            <a:chExt cx="2291259" cy="1465787"/>
          </a:xfrm>
        </p:grpSpPr>
        <p:pic>
          <p:nvPicPr>
            <p:cNvPr id="13" name="Image 11" descr="preencoded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5384" y="641375"/>
              <a:ext cx="362712" cy="161544"/>
            </a:xfrm>
            <a:prstGeom prst="rect">
              <a:avLst/>
            </a:prstGeom>
          </p:spPr>
        </p:pic>
        <p:pic>
          <p:nvPicPr>
            <p:cNvPr id="2" name="Image 0" descr="preencoded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1647999" y="549939"/>
              <a:ext cx="286512" cy="289560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234471" y="533746"/>
              <a:ext cx="393192" cy="393192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1004971" y="533746"/>
              <a:ext cx="393192" cy="393192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869596" y="1109053"/>
              <a:ext cx="499872" cy="512064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1078001" y="1109102"/>
              <a:ext cx="484632" cy="509016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644954" y="595662"/>
              <a:ext cx="292608" cy="19812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025686" y="557517"/>
              <a:ext cx="195072" cy="195072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123624" y="511812"/>
              <a:ext cx="195072" cy="195072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064861" y="485695"/>
              <a:ext cx="195072" cy="195072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079626" y="647760"/>
              <a:ext cx="292608" cy="19812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1673918" y="1178992"/>
              <a:ext cx="295656" cy="295656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469144" y="336123"/>
              <a:ext cx="667512" cy="313944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1328377" y="594476"/>
              <a:ext cx="381000" cy="161544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1911931" y="1239640"/>
              <a:ext cx="313944" cy="164592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345534" y="860702"/>
              <a:ext cx="161544" cy="262128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137182" y="860702"/>
              <a:ext cx="161544" cy="262128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740971" y="1402608"/>
              <a:ext cx="161544" cy="262128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137182" y="1481361"/>
              <a:ext cx="161544" cy="262128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563075" y="641380"/>
              <a:ext cx="505968" cy="161544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688165" y="277702"/>
              <a:ext cx="252984" cy="252984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855316" y="776658"/>
              <a:ext cx="280416" cy="475488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281716" y="740303"/>
              <a:ext cx="384048" cy="387096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1410721" y="857778"/>
              <a:ext cx="539496" cy="539496"/>
            </a:xfrm>
            <a:prstGeom prst="rect">
              <a:avLst/>
            </a:prstGeom>
          </p:spPr>
        </p:pic>
        <p:pic>
          <p:nvPicPr>
            <p:cNvPr id="26" name="Image 24" descr="preencoded.png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1346198" y="991976"/>
              <a:ext cx="316992" cy="286512"/>
            </a:xfrm>
            <a:prstGeom prst="rect">
              <a:avLst/>
            </a:prstGeom>
          </p:spPr>
        </p:pic>
        <p:sp>
          <p:nvSpPr>
            <p:cNvPr id="27" name="Text 0"/>
            <p:cNvSpPr/>
            <p:nvPr/>
          </p:nvSpPr>
          <p:spPr>
            <a:xfrm>
              <a:off x="11121" y="610890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λ</a:t>
              </a:r>
              <a:endParaRPr lang="en-US" sz="600" dirty="0"/>
            </a:p>
          </p:txBody>
        </p:sp>
        <p:sp>
          <p:nvSpPr>
            <p:cNvPr id="28" name="Text 1"/>
            <p:cNvSpPr/>
            <p:nvPr/>
          </p:nvSpPr>
          <p:spPr>
            <a:xfrm>
              <a:off x="599464" y="744174"/>
              <a:ext cx="407039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β</a:t>
              </a:r>
              <a:r>
                <a:rPr lang="en-US" sz="600" i="1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(</a:t>
              </a:r>
              <a:r>
                <a:rPr lang="en-US" sz="600" i="1" dirty="0" err="1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E,N</a:t>
              </a:r>
              <a:r>
                <a:rPr lang="en-US" sz="602" i="1" baseline="-40000" dirty="0" err="1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</a:t>
              </a:r>
              <a:r>
                <a:rPr lang="en-US" sz="600" i="1" dirty="0" err="1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,t</a:t>
              </a:r>
              <a:r>
                <a:rPr lang="en-US" sz="600" i="1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-𝜏</a:t>
              </a:r>
              <a:r>
                <a:rPr lang="en-US" sz="600" i="1" baseline="-25000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</a:t>
              </a:r>
              <a:r>
                <a:rPr lang="en-US" sz="600" i="1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)</a:t>
              </a:r>
              <a:endParaRPr lang="en-US" sz="600" dirty="0"/>
            </a:p>
          </p:txBody>
        </p:sp>
        <p:sp>
          <p:nvSpPr>
            <p:cNvPr id="29" name="Text 2"/>
            <p:cNvSpPr/>
            <p:nvPr/>
          </p:nvSpPr>
          <p:spPr>
            <a:xfrm>
              <a:off x="902686" y="37943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</a:t>
              </a:r>
              <a:endParaRPr lang="en-US" sz="600" dirty="0"/>
            </a:p>
          </p:txBody>
        </p:sp>
        <p:pic>
          <p:nvPicPr>
            <p:cNvPr id="30" name="Image 25" descr="preencoded.png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733884" y="431525"/>
              <a:ext cx="161544" cy="262128"/>
            </a:xfrm>
            <a:prstGeom prst="rect">
              <a:avLst/>
            </a:prstGeom>
          </p:spPr>
        </p:pic>
        <p:sp>
          <p:nvSpPr>
            <p:cNvPr id="31" name="Text 3"/>
            <p:cNvSpPr/>
            <p:nvPr/>
          </p:nvSpPr>
          <p:spPr>
            <a:xfrm>
              <a:off x="1493229" y="78531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</a:t>
              </a:r>
              <a:r>
                <a:rPr lang="en-US" sz="600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</a:t>
              </a:r>
              <a:endParaRPr lang="en-US" sz="600" dirty="0"/>
            </a:p>
          </p:txBody>
        </p:sp>
        <p:sp>
          <p:nvSpPr>
            <p:cNvPr id="32" name="Text 4"/>
            <p:cNvSpPr/>
            <p:nvPr/>
          </p:nvSpPr>
          <p:spPr>
            <a:xfrm>
              <a:off x="1967323" y="1200354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</a:t>
              </a:r>
              <a:endParaRPr lang="en-US" sz="600" dirty="0"/>
            </a:p>
          </p:txBody>
        </p:sp>
        <p:sp>
          <p:nvSpPr>
            <p:cNvPr id="33" name="Text 5"/>
            <p:cNvSpPr/>
            <p:nvPr/>
          </p:nvSpPr>
          <p:spPr>
            <a:xfrm>
              <a:off x="758735" y="51778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</a:t>
              </a:r>
              <a:endParaRPr lang="en-US" sz="600" dirty="0"/>
            </a:p>
          </p:txBody>
        </p:sp>
        <p:sp>
          <p:nvSpPr>
            <p:cNvPr id="34" name="Text 6"/>
            <p:cNvSpPr/>
            <p:nvPr/>
          </p:nvSpPr>
          <p:spPr>
            <a:xfrm>
              <a:off x="391130" y="940579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</a:t>
              </a:r>
              <a:endParaRPr lang="en-US" sz="600" dirty="0"/>
            </a:p>
          </p:txBody>
        </p:sp>
        <p:sp>
          <p:nvSpPr>
            <p:cNvPr id="35" name="Text 7"/>
            <p:cNvSpPr/>
            <p:nvPr/>
          </p:nvSpPr>
          <p:spPr>
            <a:xfrm>
              <a:off x="1179244" y="940579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</a:t>
              </a:r>
              <a:endParaRPr lang="en-US" sz="600" dirty="0"/>
            </a:p>
          </p:txBody>
        </p:sp>
        <p:sp>
          <p:nvSpPr>
            <p:cNvPr id="36" name="Text 8"/>
            <p:cNvSpPr/>
            <p:nvPr/>
          </p:nvSpPr>
          <p:spPr>
            <a:xfrm>
              <a:off x="1783634" y="146953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</a:t>
              </a:r>
              <a:endParaRPr lang="en-US" sz="600" dirty="0"/>
            </a:p>
          </p:txBody>
        </p:sp>
        <p:sp>
          <p:nvSpPr>
            <p:cNvPr id="37" name="Text 9"/>
            <p:cNvSpPr/>
            <p:nvPr/>
          </p:nvSpPr>
          <p:spPr>
            <a:xfrm>
              <a:off x="1160194" y="1621750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</a:t>
              </a:r>
              <a:endParaRPr lang="en-US" sz="600" dirty="0"/>
            </a:p>
          </p:txBody>
        </p:sp>
        <p:sp>
          <p:nvSpPr>
            <p:cNvPr id="38" name="Text 10"/>
            <p:cNvSpPr/>
            <p:nvPr/>
          </p:nvSpPr>
          <p:spPr>
            <a:xfrm>
              <a:off x="1546804" y="918634"/>
              <a:ext cx="337989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p(V,N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</a:t>
              </a: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)</a:t>
              </a:r>
              <a:endParaRPr lang="en-US" sz="600" dirty="0"/>
            </a:p>
          </p:txBody>
        </p:sp>
        <p:sp>
          <p:nvSpPr>
            <p:cNvPr id="39" name="Text 11"/>
            <p:cNvSpPr/>
            <p:nvPr/>
          </p:nvSpPr>
          <p:spPr>
            <a:xfrm>
              <a:off x="1343341" y="106606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</a:t>
              </a:r>
              <a:endParaRPr lang="en-US" sz="600" dirty="0"/>
            </a:p>
          </p:txBody>
        </p:sp>
        <p:sp>
          <p:nvSpPr>
            <p:cNvPr id="40" name="Text 12"/>
            <p:cNvSpPr/>
            <p:nvPr/>
          </p:nvSpPr>
          <p:spPr>
            <a:xfrm>
              <a:off x="1546804" y="1097837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1-f</a:t>
              </a:r>
              <a:endParaRPr lang="en-US" sz="600" dirty="0"/>
            </a:p>
          </p:txBody>
        </p:sp>
        <p:sp>
          <p:nvSpPr>
            <p:cNvPr id="41" name="Text 13"/>
            <p:cNvSpPr/>
            <p:nvPr/>
          </p:nvSpPr>
          <p:spPr>
            <a:xfrm>
              <a:off x="220109" y="672088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T</a:t>
              </a:r>
              <a:endParaRPr lang="en-US" sz="800" dirty="0"/>
            </a:p>
          </p:txBody>
        </p:sp>
        <p:sp>
          <p:nvSpPr>
            <p:cNvPr id="42" name="Text 14"/>
            <p:cNvSpPr/>
            <p:nvPr/>
          </p:nvSpPr>
          <p:spPr>
            <a:xfrm>
              <a:off x="978990" y="675394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I</a:t>
              </a:r>
              <a:endParaRPr lang="en-US" sz="800" dirty="0"/>
            </a:p>
          </p:txBody>
        </p:sp>
        <p:sp>
          <p:nvSpPr>
            <p:cNvPr id="43" name="Text 15"/>
            <p:cNvSpPr/>
            <p:nvPr/>
          </p:nvSpPr>
          <p:spPr>
            <a:xfrm>
              <a:off x="1721617" y="1279050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P</a:t>
              </a:r>
              <a:endParaRPr lang="en-US" sz="800" dirty="0"/>
            </a:p>
          </p:txBody>
        </p:sp>
        <p:sp>
          <p:nvSpPr>
            <p:cNvPr id="44" name="Text 16"/>
            <p:cNvSpPr/>
            <p:nvPr/>
          </p:nvSpPr>
          <p:spPr>
            <a:xfrm>
              <a:off x="1093024" y="1313911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E</a:t>
              </a:r>
              <a:endParaRPr lang="en-US" sz="800" dirty="0"/>
            </a:p>
          </p:txBody>
        </p:sp>
        <p:sp>
          <p:nvSpPr>
            <p:cNvPr id="45" name="Text 17"/>
            <p:cNvSpPr/>
            <p:nvPr/>
          </p:nvSpPr>
          <p:spPr>
            <a:xfrm>
              <a:off x="577912" y="322807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171717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V</a:t>
              </a:r>
              <a:endParaRPr lang="en-US" sz="800" dirty="0"/>
            </a:p>
          </p:txBody>
        </p:sp>
        <p:sp>
          <p:nvSpPr>
            <p:cNvPr id="46" name="Text 18"/>
            <p:cNvSpPr/>
            <p:nvPr/>
          </p:nvSpPr>
          <p:spPr>
            <a:xfrm>
              <a:off x="1693405" y="715297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L</a:t>
              </a:r>
              <a:endParaRPr lang="en-US" sz="800" dirty="0"/>
            </a:p>
          </p:txBody>
        </p:sp>
        <p:pic>
          <p:nvPicPr>
            <p:cNvPr id="47" name="Image 26" descr="preencoded.png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50"/>
            <a:stretch>
              <a:fillRect/>
            </a:stretch>
          </p:blipFill>
          <p:spPr>
            <a:xfrm>
              <a:off x="1333889" y="651169"/>
              <a:ext cx="381000" cy="161544"/>
            </a:xfrm>
            <a:prstGeom prst="rect">
              <a:avLst/>
            </a:prstGeom>
          </p:spPr>
        </p:pic>
        <p:pic>
          <p:nvPicPr>
            <p:cNvPr id="48" name="Image 27" descr="preencoded.png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1430346" y="637828"/>
              <a:ext cx="210312" cy="210312"/>
            </a:xfrm>
            <a:prstGeom prst="rect">
              <a:avLst/>
            </a:prstGeom>
          </p:spPr>
        </p:pic>
        <p:sp>
          <p:nvSpPr>
            <p:cNvPr id="49" name="Text 19"/>
            <p:cNvSpPr/>
            <p:nvPr/>
          </p:nvSpPr>
          <p:spPr>
            <a:xfrm>
              <a:off x="1432242" y="58438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</a:t>
              </a:r>
              <a:endParaRPr lang="en-US" sz="600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B6FA-32C8-4BBA-8635-D74E7CC2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AAFC3760-6B36-01E8-2213-0F711D339B28}"/>
              </a:ext>
            </a:extLst>
          </p:cNvPr>
          <p:cNvSpPr/>
          <p:nvPr/>
        </p:nvSpPr>
        <p:spPr>
          <a:xfrm>
            <a:off x="-342602" y="95260"/>
            <a:ext cx="2833915" cy="1843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870FA4C-919A-084E-CFE6-23D80C7BEFE3}"/>
              </a:ext>
            </a:extLst>
          </p:cNvPr>
          <p:cNvGrpSpPr/>
          <p:nvPr/>
        </p:nvGrpSpPr>
        <p:grpSpPr>
          <a:xfrm>
            <a:off x="-65384" y="277702"/>
            <a:ext cx="2291259" cy="1465787"/>
            <a:chOff x="-65384" y="277702"/>
            <a:chExt cx="2291259" cy="1465787"/>
          </a:xfrm>
        </p:grpSpPr>
        <p:pic>
          <p:nvPicPr>
            <p:cNvPr id="13" name="Image 11" descr="preencoded.png">
              <a:extLst>
                <a:ext uri="{FF2B5EF4-FFF2-40B4-BE49-F238E27FC236}">
                  <a16:creationId xmlns:a16="http://schemas.microsoft.com/office/drawing/2014/main" id="{12A6C169-42CC-04FE-8DE1-F20CE8F10BA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5384" y="641375"/>
              <a:ext cx="362712" cy="161544"/>
            </a:xfrm>
            <a:prstGeom prst="rect">
              <a:avLst/>
            </a:prstGeom>
          </p:spPr>
        </p:pic>
        <p:pic>
          <p:nvPicPr>
            <p:cNvPr id="2" name="Image 0" descr="preencoded.png">
              <a:extLst>
                <a:ext uri="{FF2B5EF4-FFF2-40B4-BE49-F238E27FC236}">
                  <a16:creationId xmlns:a16="http://schemas.microsoft.com/office/drawing/2014/main" id="{E1C32E42-B11A-CA8A-2135-BF52FC70D5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1647999" y="549939"/>
              <a:ext cx="286512" cy="289560"/>
            </a:xfrm>
            <a:prstGeom prst="rect">
              <a:avLst/>
            </a:prstGeom>
          </p:spPr>
        </p:pic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A4A8BD1F-83DB-E11A-CD4A-6FADCD9A604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234471" y="533746"/>
              <a:ext cx="393192" cy="393192"/>
            </a:xfrm>
            <a:prstGeom prst="rect">
              <a:avLst/>
            </a:prstGeom>
          </p:spPr>
        </p:pic>
        <p:pic>
          <p:nvPicPr>
            <p:cNvPr id="4" name="Image 2" descr="preencoded.png">
              <a:extLst>
                <a:ext uri="{FF2B5EF4-FFF2-40B4-BE49-F238E27FC236}">
                  <a16:creationId xmlns:a16="http://schemas.microsoft.com/office/drawing/2014/main" id="{241851A1-ED99-BCD1-F2C8-751F12DD6A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1004971" y="533746"/>
              <a:ext cx="393192" cy="393192"/>
            </a:xfrm>
            <a:prstGeom prst="rect">
              <a:avLst/>
            </a:prstGeom>
          </p:spPr>
        </p:pic>
        <p:pic>
          <p:nvPicPr>
            <p:cNvPr id="5" name="Image 3" descr="preencoded.png">
              <a:extLst>
                <a:ext uri="{FF2B5EF4-FFF2-40B4-BE49-F238E27FC236}">
                  <a16:creationId xmlns:a16="http://schemas.microsoft.com/office/drawing/2014/main" id="{A81424C8-F5DF-BDC2-4744-20B3128D802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869596" y="1109053"/>
              <a:ext cx="499872" cy="512064"/>
            </a:xfrm>
            <a:prstGeom prst="rect">
              <a:avLst/>
            </a:prstGeom>
          </p:spPr>
        </p:pic>
        <p:pic>
          <p:nvPicPr>
            <p:cNvPr id="6" name="Image 4" descr="preencoded.png">
              <a:extLst>
                <a:ext uri="{FF2B5EF4-FFF2-40B4-BE49-F238E27FC236}">
                  <a16:creationId xmlns:a16="http://schemas.microsoft.com/office/drawing/2014/main" id="{04B55FE7-0DD8-33B3-09A7-5325032046F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1078001" y="1109102"/>
              <a:ext cx="484632" cy="509016"/>
            </a:xfrm>
            <a:prstGeom prst="rect">
              <a:avLst/>
            </a:prstGeom>
          </p:spPr>
        </p:pic>
        <p:pic>
          <p:nvPicPr>
            <p:cNvPr id="7" name="Image 5" descr="preencoded.png">
              <a:extLst>
                <a:ext uri="{FF2B5EF4-FFF2-40B4-BE49-F238E27FC236}">
                  <a16:creationId xmlns:a16="http://schemas.microsoft.com/office/drawing/2014/main" id="{DC891D93-743E-0A6B-B4B4-57152E047788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644954" y="595662"/>
              <a:ext cx="292608" cy="198120"/>
            </a:xfrm>
            <a:prstGeom prst="rect">
              <a:avLst/>
            </a:prstGeom>
          </p:spPr>
        </p:pic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23A92074-82D5-133E-7205-9E329E8F9E9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025686" y="557517"/>
              <a:ext cx="195072" cy="195072"/>
            </a:xfrm>
            <a:prstGeom prst="rect">
              <a:avLst/>
            </a:prstGeom>
          </p:spPr>
        </p:pic>
        <p:pic>
          <p:nvPicPr>
            <p:cNvPr id="9" name="Image 7" descr="preencoded.png">
              <a:extLst>
                <a:ext uri="{FF2B5EF4-FFF2-40B4-BE49-F238E27FC236}">
                  <a16:creationId xmlns:a16="http://schemas.microsoft.com/office/drawing/2014/main" id="{E2F9C85C-0076-0565-3C18-B6B05DC0CD5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123624" y="511812"/>
              <a:ext cx="195072" cy="195072"/>
            </a:xfrm>
            <a:prstGeom prst="rect">
              <a:avLst/>
            </a:prstGeom>
          </p:spPr>
        </p:pic>
        <p:pic>
          <p:nvPicPr>
            <p:cNvPr id="10" name="Image 8" descr="preencoded.png">
              <a:extLst>
                <a:ext uri="{FF2B5EF4-FFF2-40B4-BE49-F238E27FC236}">
                  <a16:creationId xmlns:a16="http://schemas.microsoft.com/office/drawing/2014/main" id="{7FF1D85E-5B99-F06D-DC01-B6C9A8F1715C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064861" y="485695"/>
              <a:ext cx="195072" cy="195072"/>
            </a:xfrm>
            <a:prstGeom prst="rect">
              <a:avLst/>
            </a:prstGeom>
          </p:spPr>
        </p:pic>
        <p:pic>
          <p:nvPicPr>
            <p:cNvPr id="11" name="Image 9" descr="preencoded.png">
              <a:extLst>
                <a:ext uri="{FF2B5EF4-FFF2-40B4-BE49-F238E27FC236}">
                  <a16:creationId xmlns:a16="http://schemas.microsoft.com/office/drawing/2014/main" id="{A343E377-6591-FDB6-4805-C0F07005F93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079626" y="647760"/>
              <a:ext cx="292608" cy="198120"/>
            </a:xfrm>
            <a:prstGeom prst="rect">
              <a:avLst/>
            </a:prstGeom>
          </p:spPr>
        </p:pic>
        <p:pic>
          <p:nvPicPr>
            <p:cNvPr id="12" name="Image 10" descr="preencoded.png">
              <a:extLst>
                <a:ext uri="{FF2B5EF4-FFF2-40B4-BE49-F238E27FC236}">
                  <a16:creationId xmlns:a16="http://schemas.microsoft.com/office/drawing/2014/main" id="{EB4937D2-6FD5-8568-BB98-60EA6097642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1673918" y="1178992"/>
              <a:ext cx="295656" cy="295656"/>
            </a:xfrm>
            <a:prstGeom prst="rect">
              <a:avLst/>
            </a:prstGeom>
          </p:spPr>
        </p:pic>
        <p:pic>
          <p:nvPicPr>
            <p:cNvPr id="14" name="Image 12" descr="preencoded.png">
              <a:extLst>
                <a:ext uri="{FF2B5EF4-FFF2-40B4-BE49-F238E27FC236}">
                  <a16:creationId xmlns:a16="http://schemas.microsoft.com/office/drawing/2014/main" id="{F4F43FD8-E1BE-3F66-5116-0B2DD592B9BA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469144" y="336123"/>
              <a:ext cx="667512" cy="313944"/>
            </a:xfrm>
            <a:prstGeom prst="rect">
              <a:avLst/>
            </a:prstGeom>
          </p:spPr>
        </p:pic>
        <p:pic>
          <p:nvPicPr>
            <p:cNvPr id="15" name="Image 13" descr="preencoded.png">
              <a:extLst>
                <a:ext uri="{FF2B5EF4-FFF2-40B4-BE49-F238E27FC236}">
                  <a16:creationId xmlns:a16="http://schemas.microsoft.com/office/drawing/2014/main" id="{25AEF2E0-F66E-AAC6-A4F4-4F398E060253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1328377" y="594476"/>
              <a:ext cx="381000" cy="161544"/>
            </a:xfrm>
            <a:prstGeom prst="rect">
              <a:avLst/>
            </a:prstGeom>
          </p:spPr>
        </p:pic>
        <p:pic>
          <p:nvPicPr>
            <p:cNvPr id="16" name="Image 14" descr="preencoded.png">
              <a:extLst>
                <a:ext uri="{FF2B5EF4-FFF2-40B4-BE49-F238E27FC236}">
                  <a16:creationId xmlns:a16="http://schemas.microsoft.com/office/drawing/2014/main" id="{8A757C5A-6EDB-5F3A-3479-34A9DED667AE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1911931" y="1239640"/>
              <a:ext cx="313944" cy="164592"/>
            </a:xfrm>
            <a:prstGeom prst="rect">
              <a:avLst/>
            </a:prstGeom>
          </p:spPr>
        </p:pic>
        <p:pic>
          <p:nvPicPr>
            <p:cNvPr id="17" name="Image 15" descr="preencoded.png">
              <a:extLst>
                <a:ext uri="{FF2B5EF4-FFF2-40B4-BE49-F238E27FC236}">
                  <a16:creationId xmlns:a16="http://schemas.microsoft.com/office/drawing/2014/main" id="{F6243789-EC2F-79C5-E8F3-51B2E71B62B9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345534" y="860702"/>
              <a:ext cx="161544" cy="262128"/>
            </a:xfrm>
            <a:prstGeom prst="rect">
              <a:avLst/>
            </a:prstGeom>
          </p:spPr>
        </p:pic>
        <p:pic>
          <p:nvPicPr>
            <p:cNvPr id="18" name="Image 16" descr="preencoded.png">
              <a:extLst>
                <a:ext uri="{FF2B5EF4-FFF2-40B4-BE49-F238E27FC236}">
                  <a16:creationId xmlns:a16="http://schemas.microsoft.com/office/drawing/2014/main" id="{C420BA56-1A3D-C64C-A3DB-15014EB62C3D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137182" y="860702"/>
              <a:ext cx="161544" cy="262128"/>
            </a:xfrm>
            <a:prstGeom prst="rect">
              <a:avLst/>
            </a:prstGeom>
          </p:spPr>
        </p:pic>
        <p:pic>
          <p:nvPicPr>
            <p:cNvPr id="19" name="Image 17" descr="preencoded.png">
              <a:extLst>
                <a:ext uri="{FF2B5EF4-FFF2-40B4-BE49-F238E27FC236}">
                  <a16:creationId xmlns:a16="http://schemas.microsoft.com/office/drawing/2014/main" id="{61891687-6C68-A22A-60BD-06261CBFD50A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740971" y="1402608"/>
              <a:ext cx="161544" cy="262128"/>
            </a:xfrm>
            <a:prstGeom prst="rect">
              <a:avLst/>
            </a:prstGeom>
          </p:spPr>
        </p:pic>
        <p:pic>
          <p:nvPicPr>
            <p:cNvPr id="20" name="Image 18" descr="preencoded.png">
              <a:extLst>
                <a:ext uri="{FF2B5EF4-FFF2-40B4-BE49-F238E27FC236}">
                  <a16:creationId xmlns:a16="http://schemas.microsoft.com/office/drawing/2014/main" id="{C4565449-A595-0224-09F0-0E354CCD4AFC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1137182" y="1481361"/>
              <a:ext cx="161544" cy="262128"/>
            </a:xfrm>
            <a:prstGeom prst="rect">
              <a:avLst/>
            </a:prstGeom>
          </p:spPr>
        </p:pic>
        <p:pic>
          <p:nvPicPr>
            <p:cNvPr id="21" name="Image 19" descr="preencoded.png">
              <a:extLst>
                <a:ext uri="{FF2B5EF4-FFF2-40B4-BE49-F238E27FC236}">
                  <a16:creationId xmlns:a16="http://schemas.microsoft.com/office/drawing/2014/main" id="{BC125E12-F70A-B0D6-9E27-EA337E27636D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4"/>
            <a:stretch>
              <a:fillRect/>
            </a:stretch>
          </p:blipFill>
          <p:spPr>
            <a:xfrm>
              <a:off x="563075" y="641380"/>
              <a:ext cx="505968" cy="161544"/>
            </a:xfrm>
            <a:prstGeom prst="rect">
              <a:avLst/>
            </a:prstGeom>
          </p:spPr>
        </p:pic>
        <p:pic>
          <p:nvPicPr>
            <p:cNvPr id="22" name="Image 20" descr="preencoded.png">
              <a:extLst>
                <a:ext uri="{FF2B5EF4-FFF2-40B4-BE49-F238E27FC236}">
                  <a16:creationId xmlns:a16="http://schemas.microsoft.com/office/drawing/2014/main" id="{9918CF62-90E1-5E4C-69B9-580C7625D09B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688165" y="277702"/>
              <a:ext cx="252984" cy="252984"/>
            </a:xfrm>
            <a:prstGeom prst="rect">
              <a:avLst/>
            </a:prstGeom>
          </p:spPr>
        </p:pic>
        <p:pic>
          <p:nvPicPr>
            <p:cNvPr id="23" name="Image 21" descr="preencoded.png">
              <a:extLst>
                <a:ext uri="{FF2B5EF4-FFF2-40B4-BE49-F238E27FC236}">
                  <a16:creationId xmlns:a16="http://schemas.microsoft.com/office/drawing/2014/main" id="{215D2C99-91A3-07BB-9DCC-9A9BF91BCC56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855316" y="776658"/>
              <a:ext cx="280416" cy="475488"/>
            </a:xfrm>
            <a:prstGeom prst="rect">
              <a:avLst/>
            </a:prstGeom>
          </p:spPr>
        </p:pic>
        <p:pic>
          <p:nvPicPr>
            <p:cNvPr id="24" name="Image 22" descr="preencoded.png">
              <a:extLst>
                <a:ext uri="{FF2B5EF4-FFF2-40B4-BE49-F238E27FC236}">
                  <a16:creationId xmlns:a16="http://schemas.microsoft.com/office/drawing/2014/main" id="{47FEF070-CDF1-2D3B-8736-80901CF4351A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281716" y="740303"/>
              <a:ext cx="384048" cy="387096"/>
            </a:xfrm>
            <a:prstGeom prst="rect">
              <a:avLst/>
            </a:prstGeom>
          </p:spPr>
        </p:pic>
        <p:pic>
          <p:nvPicPr>
            <p:cNvPr id="25" name="Image 23" descr="preencoded.png">
              <a:extLst>
                <a:ext uri="{FF2B5EF4-FFF2-40B4-BE49-F238E27FC236}">
                  <a16:creationId xmlns:a16="http://schemas.microsoft.com/office/drawing/2014/main" id="{F35BF72E-27C5-7D97-AF80-2E5AF7039729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1410721" y="857778"/>
              <a:ext cx="539496" cy="539496"/>
            </a:xfrm>
            <a:prstGeom prst="rect">
              <a:avLst/>
            </a:prstGeom>
          </p:spPr>
        </p:pic>
        <p:pic>
          <p:nvPicPr>
            <p:cNvPr id="26" name="Image 24" descr="preencoded.png">
              <a:extLst>
                <a:ext uri="{FF2B5EF4-FFF2-40B4-BE49-F238E27FC236}">
                  <a16:creationId xmlns:a16="http://schemas.microsoft.com/office/drawing/2014/main" id="{F80F2B75-2DBD-594A-AF2A-7FBB98A24C66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1346198" y="991976"/>
              <a:ext cx="316992" cy="286512"/>
            </a:xfrm>
            <a:prstGeom prst="rect">
              <a:avLst/>
            </a:prstGeom>
          </p:spPr>
        </p:pic>
        <p:sp>
          <p:nvSpPr>
            <p:cNvPr id="27" name="Text 0">
              <a:extLst>
                <a:ext uri="{FF2B5EF4-FFF2-40B4-BE49-F238E27FC236}">
                  <a16:creationId xmlns:a16="http://schemas.microsoft.com/office/drawing/2014/main" id="{1E6317B7-BC37-0693-10FE-7766EC8B90C4}"/>
                </a:ext>
              </a:extLst>
            </p:cNvPr>
            <p:cNvSpPr/>
            <p:nvPr/>
          </p:nvSpPr>
          <p:spPr>
            <a:xfrm>
              <a:off x="11121" y="610890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λ</a:t>
              </a:r>
              <a:endParaRPr lang="en-US" sz="600" dirty="0"/>
            </a:p>
          </p:txBody>
        </p:sp>
        <p:sp>
          <p:nvSpPr>
            <p:cNvPr id="28" name="Text 1">
              <a:extLst>
                <a:ext uri="{FF2B5EF4-FFF2-40B4-BE49-F238E27FC236}">
                  <a16:creationId xmlns:a16="http://schemas.microsoft.com/office/drawing/2014/main" id="{ECF6A31E-B8E3-DD16-750B-F899CB9037DE}"/>
                </a:ext>
              </a:extLst>
            </p:cNvPr>
            <p:cNvSpPr/>
            <p:nvPr/>
          </p:nvSpPr>
          <p:spPr>
            <a:xfrm>
              <a:off x="599464" y="744174"/>
              <a:ext cx="407039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β</a:t>
              </a:r>
              <a:r>
                <a:rPr lang="en-US" sz="600" i="1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(E,N</a:t>
              </a:r>
              <a:r>
                <a:rPr lang="en-US" sz="602" i="1" baseline="-40000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</a:t>
              </a:r>
              <a:r>
                <a:rPr lang="en-US" sz="600" i="1" dirty="0">
                  <a:solidFill>
                    <a:srgbClr val="C0383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)</a:t>
              </a:r>
              <a:endParaRPr lang="en-US" sz="600" dirty="0"/>
            </a:p>
          </p:txBody>
        </p:sp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34CACD63-A209-26BE-AF71-C23080F13D21}"/>
                </a:ext>
              </a:extLst>
            </p:cNvPr>
            <p:cNvSpPr/>
            <p:nvPr/>
          </p:nvSpPr>
          <p:spPr>
            <a:xfrm>
              <a:off x="902686" y="37943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</a:t>
              </a:r>
              <a:endParaRPr lang="en-US" sz="600" dirty="0"/>
            </a:p>
          </p:txBody>
        </p:sp>
        <p:pic>
          <p:nvPicPr>
            <p:cNvPr id="30" name="Image 25" descr="preencoded.png">
              <a:extLst>
                <a:ext uri="{FF2B5EF4-FFF2-40B4-BE49-F238E27FC236}">
                  <a16:creationId xmlns:a16="http://schemas.microsoft.com/office/drawing/2014/main" id="{6B7073E7-296B-8A7F-A33E-743AA6C1E9E1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733884" y="431525"/>
              <a:ext cx="161544" cy="262128"/>
            </a:xfrm>
            <a:prstGeom prst="rect">
              <a:avLst/>
            </a:prstGeom>
          </p:spPr>
        </p:pic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5D45AFCC-957A-3AB6-33DD-8EB04D4E8FD4}"/>
                </a:ext>
              </a:extLst>
            </p:cNvPr>
            <p:cNvSpPr/>
            <p:nvPr/>
          </p:nvSpPr>
          <p:spPr>
            <a:xfrm>
              <a:off x="1493229" y="78531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</a:t>
              </a:r>
              <a:r>
                <a:rPr lang="en-US" sz="600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</a:t>
              </a:r>
              <a:endParaRPr lang="en-US" sz="600" dirty="0"/>
            </a:p>
          </p:txBody>
        </p:sp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A54F0AEA-09D9-C55E-C868-3DCC6406AC75}"/>
                </a:ext>
              </a:extLst>
            </p:cNvPr>
            <p:cNvSpPr/>
            <p:nvPr/>
          </p:nvSpPr>
          <p:spPr>
            <a:xfrm>
              <a:off x="1967323" y="1200354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</a:t>
              </a:r>
              <a:endParaRPr lang="en-US" sz="600" dirty="0"/>
            </a:p>
          </p:txBody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15100D1A-9DB9-90B9-82A9-06439276A3B1}"/>
                </a:ext>
              </a:extLst>
            </p:cNvPr>
            <p:cNvSpPr/>
            <p:nvPr/>
          </p:nvSpPr>
          <p:spPr>
            <a:xfrm>
              <a:off x="758735" y="51778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</a:t>
              </a:r>
              <a:endParaRPr lang="en-US" sz="600" dirty="0"/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512AD45C-A4E9-7387-166F-5AB035B4E621}"/>
                </a:ext>
              </a:extLst>
            </p:cNvPr>
            <p:cNvSpPr/>
            <p:nvPr/>
          </p:nvSpPr>
          <p:spPr>
            <a:xfrm>
              <a:off x="391130" y="940579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</a:t>
              </a:r>
              <a:endParaRPr lang="en-US" sz="600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A2828B8F-75A3-79E0-3031-2306FBC153C2}"/>
                </a:ext>
              </a:extLst>
            </p:cNvPr>
            <p:cNvSpPr/>
            <p:nvPr/>
          </p:nvSpPr>
          <p:spPr>
            <a:xfrm>
              <a:off x="1179244" y="940579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</a:t>
              </a:r>
              <a:endParaRPr lang="en-US" sz="600" dirty="0"/>
            </a:p>
          </p:txBody>
        </p:sp>
        <p:sp>
          <p:nvSpPr>
            <p:cNvPr id="36" name="Text 8">
              <a:extLst>
                <a:ext uri="{FF2B5EF4-FFF2-40B4-BE49-F238E27FC236}">
                  <a16:creationId xmlns:a16="http://schemas.microsoft.com/office/drawing/2014/main" id="{AFDB12E0-62B5-FA77-68A3-BB53D8E00C14}"/>
                </a:ext>
              </a:extLst>
            </p:cNvPr>
            <p:cNvSpPr/>
            <p:nvPr/>
          </p:nvSpPr>
          <p:spPr>
            <a:xfrm>
              <a:off x="1783634" y="146953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</a:t>
              </a:r>
              <a:endParaRPr lang="en-US" sz="600" dirty="0"/>
            </a:p>
          </p:txBody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0EC930B5-8B0D-5F7B-FB2A-C63ECE983080}"/>
                </a:ext>
              </a:extLst>
            </p:cNvPr>
            <p:cNvSpPr/>
            <p:nvPr/>
          </p:nvSpPr>
          <p:spPr>
            <a:xfrm>
              <a:off x="1160194" y="1621750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</a:t>
              </a:r>
              <a:endParaRPr lang="en-US" sz="600" dirty="0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AC43517B-FDF6-17D9-3FD1-BDE41E3DCD5F}"/>
                </a:ext>
              </a:extLst>
            </p:cNvPr>
            <p:cNvSpPr/>
            <p:nvPr/>
          </p:nvSpPr>
          <p:spPr>
            <a:xfrm>
              <a:off x="1546804" y="918634"/>
              <a:ext cx="337989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p(V,N</a:t>
              </a:r>
              <a:r>
                <a:rPr lang="en-US" sz="602" i="1" baseline="-40000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</a:t>
              </a: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)</a:t>
              </a:r>
              <a:endParaRPr lang="en-US" sz="600" dirty="0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D7C4FC84-32A4-9F2C-23A4-367A3EA42186}"/>
                </a:ext>
              </a:extLst>
            </p:cNvPr>
            <p:cNvSpPr/>
            <p:nvPr/>
          </p:nvSpPr>
          <p:spPr>
            <a:xfrm>
              <a:off x="1343341" y="1066061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</a:t>
              </a:r>
              <a:endParaRPr lang="en-US" sz="600" dirty="0"/>
            </a:p>
          </p:txBody>
        </p:sp>
        <p:sp>
          <p:nvSpPr>
            <p:cNvPr id="40" name="Text 12">
              <a:extLst>
                <a:ext uri="{FF2B5EF4-FFF2-40B4-BE49-F238E27FC236}">
                  <a16:creationId xmlns:a16="http://schemas.microsoft.com/office/drawing/2014/main" id="{0FF1F768-4C79-3C95-BD34-C51E9E7FA66A}"/>
                </a:ext>
              </a:extLst>
            </p:cNvPr>
            <p:cNvSpPr/>
            <p:nvPr/>
          </p:nvSpPr>
          <p:spPr>
            <a:xfrm>
              <a:off x="1546804" y="1097837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1-f</a:t>
              </a:r>
              <a:endParaRPr lang="en-US" sz="600" dirty="0"/>
            </a:p>
          </p:txBody>
        </p:sp>
        <p:sp>
          <p:nvSpPr>
            <p:cNvPr id="41" name="Text 13">
              <a:extLst>
                <a:ext uri="{FF2B5EF4-FFF2-40B4-BE49-F238E27FC236}">
                  <a16:creationId xmlns:a16="http://schemas.microsoft.com/office/drawing/2014/main" id="{B3B31D0A-AC46-4681-DF92-7390578FB1B5}"/>
                </a:ext>
              </a:extLst>
            </p:cNvPr>
            <p:cNvSpPr/>
            <p:nvPr/>
          </p:nvSpPr>
          <p:spPr>
            <a:xfrm>
              <a:off x="220109" y="672088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T</a:t>
              </a:r>
              <a:endParaRPr lang="en-US" sz="800" dirty="0"/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0D8A72B6-DCCA-D06A-610F-BDE85A56276B}"/>
                </a:ext>
              </a:extLst>
            </p:cNvPr>
            <p:cNvSpPr/>
            <p:nvPr/>
          </p:nvSpPr>
          <p:spPr>
            <a:xfrm>
              <a:off x="978990" y="675394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I</a:t>
              </a:r>
              <a:endParaRPr lang="en-US" sz="800" dirty="0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CFC411F2-4993-0208-FCBF-1E7B060296BA}"/>
                </a:ext>
              </a:extLst>
            </p:cNvPr>
            <p:cNvSpPr/>
            <p:nvPr/>
          </p:nvSpPr>
          <p:spPr>
            <a:xfrm>
              <a:off x="1721617" y="1279050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P</a:t>
              </a:r>
              <a:endParaRPr lang="en-US" sz="800" dirty="0"/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ABFB866-9F8F-AB6E-92F1-BAA28D610763}"/>
                </a:ext>
              </a:extLst>
            </p:cNvPr>
            <p:cNvSpPr/>
            <p:nvPr/>
          </p:nvSpPr>
          <p:spPr>
            <a:xfrm>
              <a:off x="1093024" y="1313911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E</a:t>
              </a:r>
              <a:endParaRPr lang="en-US" sz="800" dirty="0"/>
            </a:p>
          </p:txBody>
        </p:sp>
        <p:sp>
          <p:nvSpPr>
            <p:cNvPr id="45" name="Text 17">
              <a:extLst>
                <a:ext uri="{FF2B5EF4-FFF2-40B4-BE49-F238E27FC236}">
                  <a16:creationId xmlns:a16="http://schemas.microsoft.com/office/drawing/2014/main" id="{65E30688-EC12-F298-5105-1AA2E2E29BD1}"/>
                </a:ext>
              </a:extLst>
            </p:cNvPr>
            <p:cNvSpPr/>
            <p:nvPr/>
          </p:nvSpPr>
          <p:spPr>
            <a:xfrm>
              <a:off x="577912" y="322807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171717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V</a:t>
              </a:r>
              <a:endParaRPr lang="en-US" sz="800" dirty="0"/>
            </a:p>
          </p:txBody>
        </p:sp>
        <p:sp>
          <p:nvSpPr>
            <p:cNvPr id="46" name="Text 18">
              <a:extLst>
                <a:ext uri="{FF2B5EF4-FFF2-40B4-BE49-F238E27FC236}">
                  <a16:creationId xmlns:a16="http://schemas.microsoft.com/office/drawing/2014/main" id="{17897A3E-5758-B29C-BA78-52040E7874B5}"/>
                </a:ext>
              </a:extLst>
            </p:cNvPr>
            <p:cNvSpPr/>
            <p:nvPr/>
          </p:nvSpPr>
          <p:spPr>
            <a:xfrm>
              <a:off x="1693405" y="715297"/>
              <a:ext cx="190732" cy="114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800" b="1" dirty="0">
                  <a:solidFill>
                    <a:srgbClr val="FEFEFE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L</a:t>
              </a:r>
              <a:endParaRPr lang="en-US" sz="800" dirty="0"/>
            </a:p>
          </p:txBody>
        </p:sp>
        <p:pic>
          <p:nvPicPr>
            <p:cNvPr id="47" name="Image 26" descr="preencoded.png">
              <a:extLst>
                <a:ext uri="{FF2B5EF4-FFF2-40B4-BE49-F238E27FC236}">
                  <a16:creationId xmlns:a16="http://schemas.microsoft.com/office/drawing/2014/main" id="{ED24D6B6-0FB9-6219-5396-9E672FA7B5D5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50"/>
            <a:stretch>
              <a:fillRect/>
            </a:stretch>
          </p:blipFill>
          <p:spPr>
            <a:xfrm>
              <a:off x="1333889" y="651169"/>
              <a:ext cx="381000" cy="161544"/>
            </a:xfrm>
            <a:prstGeom prst="rect">
              <a:avLst/>
            </a:prstGeom>
          </p:spPr>
        </p:pic>
        <p:pic>
          <p:nvPicPr>
            <p:cNvPr id="48" name="Image 27" descr="preencoded.png">
              <a:extLst>
                <a:ext uri="{FF2B5EF4-FFF2-40B4-BE49-F238E27FC236}">
                  <a16:creationId xmlns:a16="http://schemas.microsoft.com/office/drawing/2014/main" id="{D9CE4BC1-AF0E-8A1C-DA32-5A997B746910}"/>
                </a:ext>
              </a:extLst>
            </p:cNvPr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1430346" y="637828"/>
              <a:ext cx="210312" cy="210312"/>
            </a:xfrm>
            <a:prstGeom prst="rect">
              <a:avLst/>
            </a:prstGeom>
          </p:spPr>
        </p:pic>
        <p:sp>
          <p:nvSpPr>
            <p:cNvPr id="49" name="Text 19">
              <a:extLst>
                <a:ext uri="{FF2B5EF4-FFF2-40B4-BE49-F238E27FC236}">
                  <a16:creationId xmlns:a16="http://schemas.microsoft.com/office/drawing/2014/main" id="{A518BAF4-425E-185F-5D2D-5FF8C82A26BA}"/>
                </a:ext>
              </a:extLst>
            </p:cNvPr>
            <p:cNvSpPr/>
            <p:nvPr/>
          </p:nvSpPr>
          <p:spPr>
            <a:xfrm>
              <a:off x="1432242" y="584383"/>
              <a:ext cx="200170" cy="861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7750"/>
                </a:lnSpc>
                <a:buNone/>
              </a:pPr>
              <a:r>
                <a:rPr lang="en-US" sz="600" i="1" dirty="0">
                  <a:solidFill>
                    <a:srgbClr val="232323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</a:t>
              </a:r>
              <a:endParaRPr lang="en-US" sz="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C58D9C-0F63-D4FE-3120-F05E0FA12447}"/>
                  </a:ext>
                </a:extLst>
              </p:cNvPr>
              <p:cNvSpPr txBox="1"/>
              <p:nvPr/>
            </p:nvSpPr>
            <p:spPr>
              <a:xfrm>
                <a:off x="684923" y="570812"/>
                <a:ext cx="207263" cy="191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" b="0" i="1" smtClean="0">
                              <a:solidFill>
                                <a:srgbClr val="C038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" b="0" i="1" smtClean="0">
                              <a:solidFill>
                                <a:srgbClr val="C0383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600" b="0" i="1" smtClean="0">
                              <a:solidFill>
                                <a:srgbClr val="C0383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600" dirty="0">
                  <a:solidFill>
                    <a:srgbClr val="C03830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C58D9C-0F63-D4FE-3120-F05E0FA12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3" y="570812"/>
                <a:ext cx="207263" cy="191784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Picture 51">
            <a:extLst>
              <a:ext uri="{FF2B5EF4-FFF2-40B4-BE49-F238E27FC236}">
                <a16:creationId xmlns:a16="http://schemas.microsoft.com/office/drawing/2014/main" id="{A3AA0D5C-D4D5-F2FE-471A-A85E28B7BA2A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095" t="8450" r="87604" b="84493"/>
          <a:stretch/>
        </p:blipFill>
        <p:spPr>
          <a:xfrm>
            <a:off x="-50946" y="1097837"/>
            <a:ext cx="316265" cy="164592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19A723-CBAE-692F-6774-B536885B3F91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107187" y="759371"/>
            <a:ext cx="0" cy="338466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prstDash val="sys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D636792D-9D71-39EE-987D-8CF7198A4877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806" t="35827" r="88033" b="56919"/>
          <a:stretch/>
        </p:blipFill>
        <p:spPr>
          <a:xfrm>
            <a:off x="2106373" y="845360"/>
            <a:ext cx="312104" cy="18568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81F724-8895-594A-6388-901A1C40B7B7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l="18928" t="9523" r="15353" b="4941"/>
          <a:stretch/>
        </p:blipFill>
        <p:spPr>
          <a:xfrm>
            <a:off x="2182170" y="644064"/>
            <a:ext cx="121154" cy="158855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76DFA6D-387C-0B5F-CB8C-CBAF2A06A713}"/>
              </a:ext>
            </a:extLst>
          </p:cNvPr>
          <p:cNvCxnSpPr>
            <a:cxnSpLocks/>
          </p:cNvCxnSpPr>
          <p:nvPr/>
        </p:nvCxnSpPr>
        <p:spPr>
          <a:xfrm flipH="1">
            <a:off x="1849555" y="845880"/>
            <a:ext cx="212657" cy="104332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BC9645E-1F46-BFA9-69FE-B6A899601C32}"/>
              </a:ext>
            </a:extLst>
          </p:cNvPr>
          <p:cNvSpPr/>
          <p:nvPr/>
        </p:nvSpPr>
        <p:spPr>
          <a:xfrm>
            <a:off x="2062212" y="609348"/>
            <a:ext cx="381369" cy="591006"/>
          </a:xfrm>
          <a:prstGeom prst="roundRect">
            <a:avLst/>
          </a:prstGeom>
          <a:noFill/>
          <a:ln w="635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AEA451F-CBF4-366D-B887-ADB23D897D71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095" t="8450" r="87604" b="84493"/>
          <a:stretch/>
        </p:blipFill>
        <p:spPr>
          <a:xfrm>
            <a:off x="2128141" y="1053176"/>
            <a:ext cx="244482" cy="1272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EA46648-96E8-34B0-13C2-81C1E48E05B7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095" t="8450" r="87604" b="84493"/>
          <a:stretch/>
        </p:blipFill>
        <p:spPr>
          <a:xfrm>
            <a:off x="1967323" y="1488321"/>
            <a:ext cx="316265" cy="164592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FACBA95-5D29-FECE-944A-0E7644DA26F2}"/>
              </a:ext>
            </a:extLst>
          </p:cNvPr>
          <p:cNvCxnSpPr>
            <a:cxnSpLocks/>
          </p:cNvCxnSpPr>
          <p:nvPr/>
        </p:nvCxnSpPr>
        <p:spPr>
          <a:xfrm flipV="1">
            <a:off x="2117260" y="1341544"/>
            <a:ext cx="0" cy="157590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E86F5CB9-F421-3011-A386-FF55FDBA9F39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095" t="8450" r="87604" b="84493"/>
          <a:stretch/>
        </p:blipFill>
        <p:spPr>
          <a:xfrm>
            <a:off x="1312747" y="189097"/>
            <a:ext cx="327912" cy="170654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EEC9ADD-6209-952F-1114-8AF4ED9C89FF}"/>
              </a:ext>
            </a:extLst>
          </p:cNvPr>
          <p:cNvCxnSpPr>
            <a:cxnSpLocks/>
          </p:cNvCxnSpPr>
          <p:nvPr/>
        </p:nvCxnSpPr>
        <p:spPr>
          <a:xfrm>
            <a:off x="1526859" y="465539"/>
            <a:ext cx="0" cy="104006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D685D873-9D44-55EA-4978-EBA745E2BB22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1806" t="35827" r="88033" b="56919"/>
          <a:stretch/>
        </p:blipFill>
        <p:spPr>
          <a:xfrm>
            <a:off x="1715798" y="184724"/>
            <a:ext cx="312104" cy="185682"/>
          </a:xfrm>
          <a:prstGeom prst="rect">
            <a:avLst/>
          </a:prstGeom>
        </p:spPr>
      </p:pic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7A0E274-CD55-E5A7-12D4-D75FAE0AC8BF}"/>
              </a:ext>
            </a:extLst>
          </p:cNvPr>
          <p:cNvSpPr/>
          <p:nvPr/>
        </p:nvSpPr>
        <p:spPr>
          <a:xfrm>
            <a:off x="1314380" y="124721"/>
            <a:ext cx="713522" cy="291253"/>
          </a:xfrm>
          <a:prstGeom prst="roundRect">
            <a:avLst/>
          </a:prstGeom>
          <a:noFill/>
          <a:ln w="6350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D02AEA6-83C4-27FD-6423-18D90A347C14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l="18928" t="9523" r="15353" b="4941"/>
          <a:stretch/>
        </p:blipFill>
        <p:spPr>
          <a:xfrm>
            <a:off x="682327" y="1091574"/>
            <a:ext cx="121154" cy="158855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71391EB-12F8-9C22-259F-6F31BBC284F9}"/>
              </a:ext>
            </a:extLst>
          </p:cNvPr>
          <p:cNvCxnSpPr>
            <a:cxnSpLocks/>
          </p:cNvCxnSpPr>
          <p:nvPr/>
        </p:nvCxnSpPr>
        <p:spPr>
          <a:xfrm flipV="1">
            <a:off x="754946" y="856703"/>
            <a:ext cx="2665" cy="229511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prstDash val="sys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EC5435A-8B4F-B9BA-0381-164AF0684353}"/>
                  </a:ext>
                </a:extLst>
              </p:cNvPr>
              <p:cNvSpPr txBox="1"/>
              <p:nvPr/>
            </p:nvSpPr>
            <p:spPr>
              <a:xfrm>
                <a:off x="2224071" y="1002455"/>
                <a:ext cx="49693" cy="61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</m:oMath>
                  </m:oMathPara>
                </a14:m>
                <a:endParaRPr lang="en-US" sz="6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EC5435A-8B4F-B9BA-0381-164AF0684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071" y="1002455"/>
                <a:ext cx="49693" cy="61555"/>
              </a:xfrm>
              <a:prstGeom prst="rect">
                <a:avLst/>
              </a:prstGeom>
              <a:blipFill>
                <a:blip r:embed="rId55"/>
                <a:stretch>
                  <a:fillRect l="-40000" r="-20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BB2B887-11B2-F81C-64B1-B20BFB1E9121}"/>
              </a:ext>
            </a:extLst>
          </p:cNvPr>
          <p:cNvCxnSpPr>
            <a:cxnSpLocks/>
          </p:cNvCxnSpPr>
          <p:nvPr/>
        </p:nvCxnSpPr>
        <p:spPr>
          <a:xfrm flipH="1" flipV="1">
            <a:off x="734554" y="855527"/>
            <a:ext cx="45720" cy="2151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AB163FC-31BB-068A-49CB-C1E7828567AB}"/>
              </a:ext>
            </a:extLst>
          </p:cNvPr>
          <p:cNvCxnSpPr>
            <a:cxnSpLocks/>
          </p:cNvCxnSpPr>
          <p:nvPr/>
        </p:nvCxnSpPr>
        <p:spPr>
          <a:xfrm rot="16200000">
            <a:off x="1526746" y="549108"/>
            <a:ext cx="0" cy="45720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Freeform 94">
            <a:extLst>
              <a:ext uri="{FF2B5EF4-FFF2-40B4-BE49-F238E27FC236}">
                <a16:creationId xmlns:a16="http://schemas.microsoft.com/office/drawing/2014/main" id="{E38A0115-3E23-F044-481C-43EBFD012497}"/>
              </a:ext>
            </a:extLst>
          </p:cNvPr>
          <p:cNvSpPr/>
          <p:nvPr/>
        </p:nvSpPr>
        <p:spPr>
          <a:xfrm>
            <a:off x="159023" y="800087"/>
            <a:ext cx="533411" cy="371292"/>
          </a:xfrm>
          <a:custGeom>
            <a:avLst/>
            <a:gdLst>
              <a:gd name="connsiteX0" fmla="*/ 493486 w 493486"/>
              <a:gd name="connsiteY0" fmla="*/ 381000 h 387841"/>
              <a:gd name="connsiteX1" fmla="*/ 264886 w 493486"/>
              <a:gd name="connsiteY1" fmla="*/ 370114 h 387841"/>
              <a:gd name="connsiteX2" fmla="*/ 58057 w 493486"/>
              <a:gd name="connsiteY2" fmla="*/ 228600 h 387841"/>
              <a:gd name="connsiteX3" fmla="*/ 0 w 493486"/>
              <a:gd name="connsiteY3" fmla="*/ 0 h 38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86" h="387841">
                <a:moveTo>
                  <a:pt x="493486" y="381000"/>
                </a:moveTo>
                <a:cubicBezTo>
                  <a:pt x="415471" y="388257"/>
                  <a:pt x="337457" y="395514"/>
                  <a:pt x="264886" y="370114"/>
                </a:cubicBezTo>
                <a:cubicBezTo>
                  <a:pt x="192314" y="344714"/>
                  <a:pt x="102205" y="290286"/>
                  <a:pt x="58057" y="228600"/>
                </a:cubicBezTo>
                <a:cubicBezTo>
                  <a:pt x="13909" y="166914"/>
                  <a:pt x="6954" y="83457"/>
                  <a:pt x="0" y="0"/>
                </a:cubicBezTo>
              </a:path>
            </a:pathLst>
          </a:custGeom>
          <a:noFill/>
          <a:ln w="6350">
            <a:solidFill>
              <a:schemeClr val="accent1">
                <a:shade val="15000"/>
                <a:alpha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F53D305-EE39-D31D-5EF6-3FFA3D058B81}"/>
              </a:ext>
            </a:extLst>
          </p:cNvPr>
          <p:cNvCxnSpPr>
            <a:cxnSpLocks/>
          </p:cNvCxnSpPr>
          <p:nvPr/>
        </p:nvCxnSpPr>
        <p:spPr>
          <a:xfrm flipH="1">
            <a:off x="138097" y="795874"/>
            <a:ext cx="45720" cy="0"/>
          </a:xfrm>
          <a:prstGeom prst="straightConnector1">
            <a:avLst/>
          </a:prstGeom>
          <a:ln w="6350">
            <a:solidFill>
              <a:schemeClr val="tx1">
                <a:alpha val="5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 97">
            <a:extLst>
              <a:ext uri="{FF2B5EF4-FFF2-40B4-BE49-F238E27FC236}">
                <a16:creationId xmlns:a16="http://schemas.microsoft.com/office/drawing/2014/main" id="{8787DF07-B034-4EE6-6CDD-5703E6217786}"/>
              </a:ext>
            </a:extLst>
          </p:cNvPr>
          <p:cNvSpPr/>
          <p:nvPr/>
        </p:nvSpPr>
        <p:spPr>
          <a:xfrm flipH="1">
            <a:off x="253799" y="867993"/>
            <a:ext cx="455277" cy="335512"/>
          </a:xfrm>
          <a:custGeom>
            <a:avLst/>
            <a:gdLst>
              <a:gd name="connsiteX0" fmla="*/ 493486 w 493486"/>
              <a:gd name="connsiteY0" fmla="*/ 381000 h 387841"/>
              <a:gd name="connsiteX1" fmla="*/ 264886 w 493486"/>
              <a:gd name="connsiteY1" fmla="*/ 370114 h 387841"/>
              <a:gd name="connsiteX2" fmla="*/ 58057 w 493486"/>
              <a:gd name="connsiteY2" fmla="*/ 228600 h 387841"/>
              <a:gd name="connsiteX3" fmla="*/ 0 w 493486"/>
              <a:gd name="connsiteY3" fmla="*/ 0 h 387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86" h="387841">
                <a:moveTo>
                  <a:pt x="493486" y="381000"/>
                </a:moveTo>
                <a:cubicBezTo>
                  <a:pt x="415471" y="388257"/>
                  <a:pt x="337457" y="395514"/>
                  <a:pt x="264886" y="370114"/>
                </a:cubicBezTo>
                <a:cubicBezTo>
                  <a:pt x="192314" y="344714"/>
                  <a:pt x="102205" y="290286"/>
                  <a:pt x="58057" y="228600"/>
                </a:cubicBezTo>
                <a:cubicBezTo>
                  <a:pt x="13909" y="166914"/>
                  <a:pt x="6954" y="83457"/>
                  <a:pt x="0" y="0"/>
                </a:cubicBezTo>
              </a:path>
            </a:pathLst>
          </a:custGeom>
          <a:noFill/>
          <a:ln w="6350">
            <a:solidFill>
              <a:schemeClr val="accent1">
                <a:shade val="15000"/>
                <a:alpha val="50000"/>
              </a:schemeClr>
            </a:solidFill>
            <a:prstDash val="sysDash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25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26E4-9A5B-39D3-741D-3AC9E0C8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F5E7692-7A38-ED50-0C57-D4237B5D4EE0}"/>
              </a:ext>
            </a:extLst>
          </p:cNvPr>
          <p:cNvGrpSpPr/>
          <p:nvPr/>
        </p:nvGrpSpPr>
        <p:grpSpPr>
          <a:xfrm>
            <a:off x="-78084" y="128860"/>
            <a:ext cx="2679997" cy="1630504"/>
            <a:chOff x="-78084" y="128860"/>
            <a:chExt cx="2679997" cy="163050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0AB91A3-C6C3-0E72-7CF4-B24E414D9F75}"/>
                </a:ext>
              </a:extLst>
            </p:cNvPr>
            <p:cNvSpPr/>
            <p:nvPr/>
          </p:nvSpPr>
          <p:spPr>
            <a:xfrm>
              <a:off x="-26987" y="136498"/>
              <a:ext cx="2535237" cy="1622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pic>
          <p:nvPicPr>
            <p:cNvPr id="167" name="Image 11" descr="preencoded.png">
              <a:extLst>
                <a:ext uri="{FF2B5EF4-FFF2-40B4-BE49-F238E27FC236}">
                  <a16:creationId xmlns:a16="http://schemas.microsoft.com/office/drawing/2014/main" id="{AD400A9D-010D-EE81-20D4-0FA92D6E66B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78084" y="647725"/>
              <a:ext cx="362712" cy="161544"/>
            </a:xfrm>
            <a:prstGeom prst="rect">
              <a:avLst/>
            </a:prstGeom>
          </p:spPr>
        </p:pic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94F9E6D-6021-98BB-F339-6AD0238AA195}"/>
                </a:ext>
              </a:extLst>
            </p:cNvPr>
            <p:cNvSpPr txBox="1"/>
            <p:nvPr/>
          </p:nvSpPr>
          <p:spPr>
            <a:xfrm>
              <a:off x="2025650" y="1366837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S3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131EB86-7E76-CBDF-49F5-1D4FCC8D8852}"/>
                </a:ext>
              </a:extLst>
            </p:cNvPr>
            <p:cNvGrpSpPr/>
            <p:nvPr/>
          </p:nvGrpSpPr>
          <p:grpSpPr>
            <a:xfrm>
              <a:off x="-15866" y="293577"/>
              <a:ext cx="2214754" cy="1465787"/>
              <a:chOff x="11121" y="277702"/>
              <a:chExt cx="2214754" cy="1465787"/>
            </a:xfrm>
          </p:grpSpPr>
          <p:pic>
            <p:nvPicPr>
              <p:cNvPr id="2" name="Image 0" descr="preencoded.png">
                <a:extLst>
                  <a:ext uri="{FF2B5EF4-FFF2-40B4-BE49-F238E27FC236}">
                    <a16:creationId xmlns:a16="http://schemas.microsoft.com/office/drawing/2014/main" id="{66FD44F7-D3A7-D9C4-87DC-3A809C2619C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33"/>
              <a:stretch>
                <a:fillRect/>
              </a:stretch>
            </p:blipFill>
            <p:spPr>
              <a:xfrm>
                <a:off x="1647999" y="549939"/>
                <a:ext cx="286512" cy="289560"/>
              </a:xfrm>
              <a:prstGeom prst="rect">
                <a:avLst/>
              </a:prstGeom>
            </p:spPr>
          </p:pic>
          <p:pic>
            <p:nvPicPr>
              <p:cNvPr id="3" name="Image 1" descr="preencoded.png">
                <a:extLst>
                  <a:ext uri="{FF2B5EF4-FFF2-40B4-BE49-F238E27FC236}">
                    <a16:creationId xmlns:a16="http://schemas.microsoft.com/office/drawing/2014/main" id="{727E71F5-F293-2D83-BB62-CF85AF58C32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4"/>
              <a:stretch>
                <a:fillRect/>
              </a:stretch>
            </p:blipFill>
            <p:spPr>
              <a:xfrm>
                <a:off x="234471" y="533746"/>
                <a:ext cx="393192" cy="393192"/>
              </a:xfrm>
              <a:prstGeom prst="rect">
                <a:avLst/>
              </a:prstGeom>
            </p:spPr>
          </p:pic>
          <p:pic>
            <p:nvPicPr>
              <p:cNvPr id="4" name="Image 2" descr="preencoded.png">
                <a:extLst>
                  <a:ext uri="{FF2B5EF4-FFF2-40B4-BE49-F238E27FC236}">
                    <a16:creationId xmlns:a16="http://schemas.microsoft.com/office/drawing/2014/main" id="{4D308CF7-586B-6038-AE0F-1984714B195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4"/>
              <a:stretch>
                <a:fillRect/>
              </a:stretch>
            </p:blipFill>
            <p:spPr>
              <a:xfrm>
                <a:off x="1004971" y="533746"/>
                <a:ext cx="393192" cy="393192"/>
              </a:xfrm>
              <a:prstGeom prst="rect">
                <a:avLst/>
              </a:prstGeom>
            </p:spPr>
          </p:pic>
          <p:pic>
            <p:nvPicPr>
              <p:cNvPr id="5" name="Image 3" descr="preencoded.png">
                <a:extLst>
                  <a:ext uri="{FF2B5EF4-FFF2-40B4-BE49-F238E27FC236}">
                    <a16:creationId xmlns:a16="http://schemas.microsoft.com/office/drawing/2014/main" id="{76ABF027-D9E1-C8A8-507C-39ACDF9D1DF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5"/>
              <a:stretch>
                <a:fillRect/>
              </a:stretch>
            </p:blipFill>
            <p:spPr>
              <a:xfrm>
                <a:off x="869596" y="1109053"/>
                <a:ext cx="499872" cy="512064"/>
              </a:xfrm>
              <a:prstGeom prst="rect">
                <a:avLst/>
              </a:prstGeom>
            </p:spPr>
          </p:pic>
          <p:pic>
            <p:nvPicPr>
              <p:cNvPr id="6" name="Image 4" descr="preencoded.png">
                <a:extLst>
                  <a:ext uri="{FF2B5EF4-FFF2-40B4-BE49-F238E27FC236}">
                    <a16:creationId xmlns:a16="http://schemas.microsoft.com/office/drawing/2014/main" id="{761E57EF-4FC9-EA64-CAA6-91AE5887F26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36"/>
              <a:stretch>
                <a:fillRect/>
              </a:stretch>
            </p:blipFill>
            <p:spPr>
              <a:xfrm>
                <a:off x="1078001" y="1109102"/>
                <a:ext cx="484632" cy="509016"/>
              </a:xfrm>
              <a:prstGeom prst="rect">
                <a:avLst/>
              </a:prstGeom>
            </p:spPr>
          </p:pic>
          <p:pic>
            <p:nvPicPr>
              <p:cNvPr id="7" name="Image 5" descr="preencoded.png">
                <a:extLst>
                  <a:ext uri="{FF2B5EF4-FFF2-40B4-BE49-F238E27FC236}">
                    <a16:creationId xmlns:a16="http://schemas.microsoft.com/office/drawing/2014/main" id="{98F57F91-9FEE-54FE-6013-3DB87874031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37"/>
              <a:stretch>
                <a:fillRect/>
              </a:stretch>
            </p:blipFill>
            <p:spPr>
              <a:xfrm>
                <a:off x="1644954" y="595662"/>
                <a:ext cx="292608" cy="198120"/>
              </a:xfrm>
              <a:prstGeom prst="rect">
                <a:avLst/>
              </a:prstGeom>
            </p:spPr>
          </p:pic>
          <p:pic>
            <p:nvPicPr>
              <p:cNvPr id="8" name="Image 6" descr="preencoded.png">
                <a:extLst>
                  <a:ext uri="{FF2B5EF4-FFF2-40B4-BE49-F238E27FC236}">
                    <a16:creationId xmlns:a16="http://schemas.microsoft.com/office/drawing/2014/main" id="{D55C45C5-CFB2-4720-C0A7-2B1B50BF5A7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1025686" y="557517"/>
                <a:ext cx="195072" cy="195072"/>
              </a:xfrm>
              <a:prstGeom prst="rect">
                <a:avLst/>
              </a:prstGeom>
            </p:spPr>
          </p:pic>
          <p:pic>
            <p:nvPicPr>
              <p:cNvPr id="9" name="Image 7" descr="preencoded.png">
                <a:extLst>
                  <a:ext uri="{FF2B5EF4-FFF2-40B4-BE49-F238E27FC236}">
                    <a16:creationId xmlns:a16="http://schemas.microsoft.com/office/drawing/2014/main" id="{1DECF5EA-0D46-4963-F6E2-D8FF6D16B55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1123624" y="511812"/>
                <a:ext cx="195072" cy="195072"/>
              </a:xfrm>
              <a:prstGeom prst="rect">
                <a:avLst/>
              </a:prstGeom>
            </p:spPr>
          </p:pic>
          <p:pic>
            <p:nvPicPr>
              <p:cNvPr id="10" name="Image 8" descr="preencoded.png">
                <a:extLst>
                  <a:ext uri="{FF2B5EF4-FFF2-40B4-BE49-F238E27FC236}">
                    <a16:creationId xmlns:a16="http://schemas.microsoft.com/office/drawing/2014/main" id="{FF70AA0A-40D3-512B-3C58-30669461F9F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1064861" y="485695"/>
                <a:ext cx="195072" cy="195072"/>
              </a:xfrm>
              <a:prstGeom prst="rect">
                <a:avLst/>
              </a:prstGeom>
            </p:spPr>
          </p:pic>
          <p:pic>
            <p:nvPicPr>
              <p:cNvPr id="11" name="Image 9" descr="preencoded.png">
                <a:extLst>
                  <a:ext uri="{FF2B5EF4-FFF2-40B4-BE49-F238E27FC236}">
                    <a16:creationId xmlns:a16="http://schemas.microsoft.com/office/drawing/2014/main" id="{7D976A68-31D1-8C9E-77E3-90187A46DB0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37"/>
              <a:stretch>
                <a:fillRect/>
              </a:stretch>
            </p:blipFill>
            <p:spPr>
              <a:xfrm>
                <a:off x="1079626" y="647760"/>
                <a:ext cx="292608" cy="198120"/>
              </a:xfrm>
              <a:prstGeom prst="rect">
                <a:avLst/>
              </a:prstGeom>
            </p:spPr>
          </p:pic>
          <p:pic>
            <p:nvPicPr>
              <p:cNvPr id="12" name="Image 10" descr="preencoded.png">
                <a:extLst>
                  <a:ext uri="{FF2B5EF4-FFF2-40B4-BE49-F238E27FC236}">
                    <a16:creationId xmlns:a16="http://schemas.microsoft.com/office/drawing/2014/main" id="{60DBF1D2-ACB9-3512-7320-8C261B36001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39"/>
              <a:stretch>
                <a:fillRect/>
              </a:stretch>
            </p:blipFill>
            <p:spPr>
              <a:xfrm>
                <a:off x="1673918" y="1178992"/>
                <a:ext cx="295656" cy="295656"/>
              </a:xfrm>
              <a:prstGeom prst="rect">
                <a:avLst/>
              </a:prstGeom>
            </p:spPr>
          </p:pic>
          <p:pic>
            <p:nvPicPr>
              <p:cNvPr id="14" name="Image 12" descr="preencoded.png">
                <a:extLst>
                  <a:ext uri="{FF2B5EF4-FFF2-40B4-BE49-F238E27FC236}">
                    <a16:creationId xmlns:a16="http://schemas.microsoft.com/office/drawing/2014/main" id="{54B6A934-98EF-CCAA-10D8-CF1523C303D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40"/>
              <a:stretch>
                <a:fillRect/>
              </a:stretch>
            </p:blipFill>
            <p:spPr>
              <a:xfrm>
                <a:off x="469144" y="336123"/>
                <a:ext cx="667512" cy="313944"/>
              </a:xfrm>
              <a:prstGeom prst="rect">
                <a:avLst/>
              </a:prstGeom>
            </p:spPr>
          </p:pic>
          <p:pic>
            <p:nvPicPr>
              <p:cNvPr id="15" name="Image 13" descr="preencoded.png">
                <a:extLst>
                  <a:ext uri="{FF2B5EF4-FFF2-40B4-BE49-F238E27FC236}">
                    <a16:creationId xmlns:a16="http://schemas.microsoft.com/office/drawing/2014/main" id="{E890B034-E089-E65E-9C63-51A2FC1B9A3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41"/>
              <a:stretch>
                <a:fillRect/>
              </a:stretch>
            </p:blipFill>
            <p:spPr>
              <a:xfrm>
                <a:off x="1328377" y="594476"/>
                <a:ext cx="381000" cy="161544"/>
              </a:xfrm>
              <a:prstGeom prst="rect">
                <a:avLst/>
              </a:prstGeom>
            </p:spPr>
          </p:pic>
          <p:pic>
            <p:nvPicPr>
              <p:cNvPr id="16" name="Image 14" descr="preencoded.png">
                <a:extLst>
                  <a:ext uri="{FF2B5EF4-FFF2-40B4-BE49-F238E27FC236}">
                    <a16:creationId xmlns:a16="http://schemas.microsoft.com/office/drawing/2014/main" id="{C23E580A-011C-C95B-E34A-8C6283011DE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42"/>
              <a:stretch>
                <a:fillRect/>
              </a:stretch>
            </p:blipFill>
            <p:spPr>
              <a:xfrm>
                <a:off x="1911931" y="1239640"/>
                <a:ext cx="313944" cy="164592"/>
              </a:xfrm>
              <a:prstGeom prst="rect">
                <a:avLst/>
              </a:prstGeom>
            </p:spPr>
          </p:pic>
          <p:pic>
            <p:nvPicPr>
              <p:cNvPr id="17" name="Image 15" descr="preencoded.png">
                <a:extLst>
                  <a:ext uri="{FF2B5EF4-FFF2-40B4-BE49-F238E27FC236}">
                    <a16:creationId xmlns:a16="http://schemas.microsoft.com/office/drawing/2014/main" id="{64ED82AF-AB3A-B033-19A5-397E6061CAF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345534" y="860702"/>
                <a:ext cx="161544" cy="262128"/>
              </a:xfrm>
              <a:prstGeom prst="rect">
                <a:avLst/>
              </a:prstGeom>
            </p:spPr>
          </p:pic>
          <p:pic>
            <p:nvPicPr>
              <p:cNvPr id="18" name="Image 16" descr="preencoded.png">
                <a:extLst>
                  <a:ext uri="{FF2B5EF4-FFF2-40B4-BE49-F238E27FC236}">
                    <a16:creationId xmlns:a16="http://schemas.microsoft.com/office/drawing/2014/main" id="{3F59A21E-C360-30C0-9217-07126B3FBFB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1137182" y="860702"/>
                <a:ext cx="161544" cy="262128"/>
              </a:xfrm>
              <a:prstGeom prst="rect">
                <a:avLst/>
              </a:prstGeom>
            </p:spPr>
          </p:pic>
          <p:pic>
            <p:nvPicPr>
              <p:cNvPr id="19" name="Image 17" descr="preencoded.png">
                <a:extLst>
                  <a:ext uri="{FF2B5EF4-FFF2-40B4-BE49-F238E27FC236}">
                    <a16:creationId xmlns:a16="http://schemas.microsoft.com/office/drawing/2014/main" id="{77DCAA1B-1F1B-7988-36E0-84F87DB6048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1740971" y="1402608"/>
                <a:ext cx="161544" cy="262128"/>
              </a:xfrm>
              <a:prstGeom prst="rect">
                <a:avLst/>
              </a:prstGeom>
            </p:spPr>
          </p:pic>
          <p:pic>
            <p:nvPicPr>
              <p:cNvPr id="20" name="Image 18" descr="preencoded.png">
                <a:extLst>
                  <a:ext uri="{FF2B5EF4-FFF2-40B4-BE49-F238E27FC236}">
                    <a16:creationId xmlns:a16="http://schemas.microsoft.com/office/drawing/2014/main" id="{294D893D-A480-6430-FD7F-C03AF3894F3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1137182" y="1481361"/>
                <a:ext cx="161544" cy="262128"/>
              </a:xfrm>
              <a:prstGeom prst="rect">
                <a:avLst/>
              </a:prstGeom>
            </p:spPr>
          </p:pic>
          <p:pic>
            <p:nvPicPr>
              <p:cNvPr id="21" name="Image 19" descr="preencoded.png">
                <a:extLst>
                  <a:ext uri="{FF2B5EF4-FFF2-40B4-BE49-F238E27FC236}">
                    <a16:creationId xmlns:a16="http://schemas.microsoft.com/office/drawing/2014/main" id="{D01AD917-2276-57DA-6DD6-17891A26175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44"/>
              <a:stretch>
                <a:fillRect/>
              </a:stretch>
            </p:blipFill>
            <p:spPr>
              <a:xfrm>
                <a:off x="563075" y="641380"/>
                <a:ext cx="505968" cy="161544"/>
              </a:xfrm>
              <a:prstGeom prst="rect">
                <a:avLst/>
              </a:prstGeom>
            </p:spPr>
          </p:pic>
          <p:pic>
            <p:nvPicPr>
              <p:cNvPr id="22" name="Image 20" descr="preencoded.png">
                <a:extLst>
                  <a:ext uri="{FF2B5EF4-FFF2-40B4-BE49-F238E27FC236}">
                    <a16:creationId xmlns:a16="http://schemas.microsoft.com/office/drawing/2014/main" id="{8B4874B9-DB73-4CB8-21AB-F0E5057397B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45"/>
              <a:stretch>
                <a:fillRect/>
              </a:stretch>
            </p:blipFill>
            <p:spPr>
              <a:xfrm>
                <a:off x="688165" y="277702"/>
                <a:ext cx="252984" cy="252984"/>
              </a:xfrm>
              <a:prstGeom prst="rect">
                <a:avLst/>
              </a:prstGeom>
            </p:spPr>
          </p:pic>
          <p:pic>
            <p:nvPicPr>
              <p:cNvPr id="23" name="Image 21" descr="preencoded.png">
                <a:extLst>
                  <a:ext uri="{FF2B5EF4-FFF2-40B4-BE49-F238E27FC236}">
                    <a16:creationId xmlns:a16="http://schemas.microsoft.com/office/drawing/2014/main" id="{545F414B-4D6B-B1BC-E59E-08F40EF6C89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46"/>
              <a:stretch>
                <a:fillRect/>
              </a:stretch>
            </p:blipFill>
            <p:spPr>
              <a:xfrm>
                <a:off x="855316" y="776658"/>
                <a:ext cx="280416" cy="475488"/>
              </a:xfrm>
              <a:prstGeom prst="rect">
                <a:avLst/>
              </a:prstGeom>
            </p:spPr>
          </p:pic>
          <p:pic>
            <p:nvPicPr>
              <p:cNvPr id="24" name="Image 22" descr="preencoded.png">
                <a:extLst>
                  <a:ext uri="{FF2B5EF4-FFF2-40B4-BE49-F238E27FC236}">
                    <a16:creationId xmlns:a16="http://schemas.microsoft.com/office/drawing/2014/main" id="{B19D4933-0670-2DF5-9C83-634F736C0A3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47"/>
              <a:stretch>
                <a:fillRect/>
              </a:stretch>
            </p:blipFill>
            <p:spPr>
              <a:xfrm>
                <a:off x="1281716" y="740303"/>
                <a:ext cx="384048" cy="387096"/>
              </a:xfrm>
              <a:prstGeom prst="rect">
                <a:avLst/>
              </a:prstGeom>
            </p:spPr>
          </p:pic>
          <p:pic>
            <p:nvPicPr>
              <p:cNvPr id="25" name="Image 23" descr="preencoded.png">
                <a:extLst>
                  <a:ext uri="{FF2B5EF4-FFF2-40B4-BE49-F238E27FC236}">
                    <a16:creationId xmlns:a16="http://schemas.microsoft.com/office/drawing/2014/main" id="{D3F5FF28-B4C9-E2E8-60AB-FC92CA5F2AF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48"/>
              <a:stretch>
                <a:fillRect/>
              </a:stretch>
            </p:blipFill>
            <p:spPr>
              <a:xfrm>
                <a:off x="1410721" y="857778"/>
                <a:ext cx="539496" cy="539496"/>
              </a:xfrm>
              <a:prstGeom prst="rect">
                <a:avLst/>
              </a:prstGeom>
            </p:spPr>
          </p:pic>
          <p:pic>
            <p:nvPicPr>
              <p:cNvPr id="26" name="Image 24" descr="preencoded.png">
                <a:extLst>
                  <a:ext uri="{FF2B5EF4-FFF2-40B4-BE49-F238E27FC236}">
                    <a16:creationId xmlns:a16="http://schemas.microsoft.com/office/drawing/2014/main" id="{A65D7E3C-C43A-892B-1EFD-FF37F30F0E4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6"/>
                </p:custDataLst>
              </p:nvPr>
            </p:nvPicPr>
            <p:blipFill>
              <a:blip r:embed="rId49"/>
              <a:stretch>
                <a:fillRect/>
              </a:stretch>
            </p:blipFill>
            <p:spPr>
              <a:xfrm>
                <a:off x="1346198" y="991976"/>
                <a:ext cx="316992" cy="286512"/>
              </a:xfrm>
              <a:prstGeom prst="rect">
                <a:avLst/>
              </a:prstGeom>
            </p:spPr>
          </p:pic>
          <p:sp>
            <p:nvSpPr>
              <p:cNvPr id="27" name="Text 0">
                <a:extLst>
                  <a:ext uri="{FF2B5EF4-FFF2-40B4-BE49-F238E27FC236}">
                    <a16:creationId xmlns:a16="http://schemas.microsoft.com/office/drawing/2014/main" id="{C600F44B-6213-1833-E58C-7A2013ACD6BB}"/>
                  </a:ext>
                </a:extLst>
              </p:cNvPr>
              <p:cNvSpPr/>
              <p:nvPr/>
            </p:nvSpPr>
            <p:spPr>
              <a:xfrm>
                <a:off x="11121" y="610890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λ</a:t>
                </a:r>
                <a:endParaRPr lang="en-US" sz="600" dirty="0"/>
              </a:p>
            </p:txBody>
          </p:sp>
          <p:sp>
            <p:nvSpPr>
              <p:cNvPr id="28" name="Text 1">
                <a:extLst>
                  <a:ext uri="{FF2B5EF4-FFF2-40B4-BE49-F238E27FC236}">
                    <a16:creationId xmlns:a16="http://schemas.microsoft.com/office/drawing/2014/main" id="{7A3B3D57-D70C-C171-7E52-585DAEF7124F}"/>
                  </a:ext>
                </a:extLst>
              </p:cNvPr>
              <p:cNvSpPr/>
              <p:nvPr/>
            </p:nvSpPr>
            <p:spPr>
              <a:xfrm>
                <a:off x="599464" y="744174"/>
                <a:ext cx="407039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dirty="0">
                    <a:solidFill>
                      <a:srgbClr val="C0383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β</a:t>
                </a:r>
                <a:r>
                  <a:rPr lang="en-US" sz="600" i="1" dirty="0">
                    <a:solidFill>
                      <a:srgbClr val="C0383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(E,N</a:t>
                </a:r>
                <a:r>
                  <a:rPr lang="en-US" sz="602" i="1" baseline="-40000" dirty="0">
                    <a:solidFill>
                      <a:srgbClr val="C0383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</a:t>
                </a:r>
                <a:r>
                  <a:rPr lang="en-US" sz="600" i="1" dirty="0">
                    <a:solidFill>
                      <a:srgbClr val="C0383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)</a:t>
                </a:r>
                <a:endParaRPr lang="en-US" sz="600" dirty="0"/>
              </a:p>
            </p:txBody>
          </p:sp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E9082BA3-1505-38D9-F031-480447A6B8B3}"/>
                  </a:ext>
                </a:extLst>
              </p:cNvPr>
              <p:cNvSpPr/>
              <p:nvPr/>
            </p:nvSpPr>
            <p:spPr>
              <a:xfrm>
                <a:off x="902686" y="379433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k</a:t>
                </a:r>
                <a:endParaRPr lang="en-US" sz="600" dirty="0"/>
              </a:p>
            </p:txBody>
          </p:sp>
          <p:pic>
            <p:nvPicPr>
              <p:cNvPr id="30" name="Image 25" descr="preencoded.png">
                <a:extLst>
                  <a:ext uri="{FF2B5EF4-FFF2-40B4-BE49-F238E27FC236}">
                    <a16:creationId xmlns:a16="http://schemas.microsoft.com/office/drawing/2014/main" id="{D48552C5-CFD2-73E6-5893-B844B68DE5A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733884" y="431525"/>
                <a:ext cx="161544" cy="262128"/>
              </a:xfrm>
              <a:prstGeom prst="rect">
                <a:avLst/>
              </a:prstGeom>
            </p:spPr>
          </p:pic>
          <p:sp>
            <p:nvSpPr>
              <p:cNvPr id="31" name="Text 3">
                <a:extLst>
                  <a:ext uri="{FF2B5EF4-FFF2-40B4-BE49-F238E27FC236}">
                    <a16:creationId xmlns:a16="http://schemas.microsoft.com/office/drawing/2014/main" id="{3D204349-0525-4CAE-51CC-D2966F412FA1}"/>
                  </a:ext>
                </a:extLst>
              </p:cNvPr>
              <p:cNvSpPr/>
              <p:nvPr/>
            </p:nvSpPr>
            <p:spPr>
              <a:xfrm>
                <a:off x="1493229" y="785311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</a:t>
                </a:r>
                <a:r>
                  <a:rPr lang="en-US" sz="600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</a:t>
                </a:r>
                <a:endParaRPr lang="en-US" sz="600" dirty="0"/>
              </a:p>
            </p:txBody>
          </p:sp>
          <p:sp>
            <p:nvSpPr>
              <p:cNvPr id="32" name="Text 4">
                <a:extLst>
                  <a:ext uri="{FF2B5EF4-FFF2-40B4-BE49-F238E27FC236}">
                    <a16:creationId xmlns:a16="http://schemas.microsoft.com/office/drawing/2014/main" id="{9AE91ED1-56AF-6F0D-D481-C164A734C4D0}"/>
                  </a:ext>
                </a:extLst>
              </p:cNvPr>
              <p:cNvSpPr/>
              <p:nvPr/>
            </p:nvSpPr>
            <p:spPr>
              <a:xfrm>
                <a:off x="1967323" y="1200354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</a:t>
                </a:r>
                <a:endParaRPr lang="en-US" sz="600" dirty="0"/>
              </a:p>
            </p:txBody>
          </p:sp>
          <p:sp>
            <p:nvSpPr>
              <p:cNvPr id="33" name="Text 5">
                <a:extLst>
                  <a:ext uri="{FF2B5EF4-FFF2-40B4-BE49-F238E27FC236}">
                    <a16:creationId xmlns:a16="http://schemas.microsoft.com/office/drawing/2014/main" id="{122A25A4-E416-6109-9CAE-280C91E3B642}"/>
                  </a:ext>
                </a:extLst>
              </p:cNvPr>
              <p:cNvSpPr/>
              <p:nvPr/>
            </p:nvSpPr>
            <p:spPr>
              <a:xfrm>
                <a:off x="758735" y="517783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</a:t>
                </a:r>
                <a:endParaRPr lang="en-US" sz="600" dirty="0"/>
              </a:p>
            </p:txBody>
          </p:sp>
          <p:sp>
            <p:nvSpPr>
              <p:cNvPr id="34" name="Text 6">
                <a:extLst>
                  <a:ext uri="{FF2B5EF4-FFF2-40B4-BE49-F238E27FC236}">
                    <a16:creationId xmlns:a16="http://schemas.microsoft.com/office/drawing/2014/main" id="{3E2279B1-854E-D354-C40C-B529460A1750}"/>
                  </a:ext>
                </a:extLst>
              </p:cNvPr>
              <p:cNvSpPr/>
              <p:nvPr/>
            </p:nvSpPr>
            <p:spPr>
              <a:xfrm>
                <a:off x="391130" y="940579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</a:t>
                </a:r>
                <a:r>
                  <a:rPr lang="en-US" sz="602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</a:t>
                </a:r>
                <a:endParaRPr lang="en-US" sz="600" dirty="0"/>
              </a:p>
            </p:txBody>
          </p:sp>
          <p:sp>
            <p:nvSpPr>
              <p:cNvPr id="35" name="Text 7">
                <a:extLst>
                  <a:ext uri="{FF2B5EF4-FFF2-40B4-BE49-F238E27FC236}">
                    <a16:creationId xmlns:a16="http://schemas.microsoft.com/office/drawing/2014/main" id="{87FCE2D8-2A9E-FE1A-7D2B-819654A8E107}"/>
                  </a:ext>
                </a:extLst>
              </p:cNvPr>
              <p:cNvSpPr/>
              <p:nvPr/>
            </p:nvSpPr>
            <p:spPr>
              <a:xfrm>
                <a:off x="1179244" y="940579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</a:t>
                </a:r>
                <a:r>
                  <a:rPr lang="en-US" sz="602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</a:t>
                </a:r>
                <a:endParaRPr lang="en-US" sz="600" dirty="0"/>
              </a:p>
            </p:txBody>
          </p:sp>
          <p:sp>
            <p:nvSpPr>
              <p:cNvPr id="36" name="Text 8">
                <a:extLst>
                  <a:ext uri="{FF2B5EF4-FFF2-40B4-BE49-F238E27FC236}">
                    <a16:creationId xmlns:a16="http://schemas.microsoft.com/office/drawing/2014/main" id="{CCC68BB1-707F-4043-E4D8-71D0257F17DB}"/>
                  </a:ext>
                </a:extLst>
              </p:cNvPr>
              <p:cNvSpPr/>
              <p:nvPr/>
            </p:nvSpPr>
            <p:spPr>
              <a:xfrm>
                <a:off x="1783634" y="1469531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</a:t>
                </a:r>
                <a:r>
                  <a:rPr lang="en-US" sz="602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</a:t>
                </a:r>
                <a:endParaRPr lang="en-US" sz="600" dirty="0"/>
              </a:p>
            </p:txBody>
          </p:sp>
          <p:sp>
            <p:nvSpPr>
              <p:cNvPr id="37" name="Text 9">
                <a:extLst>
                  <a:ext uri="{FF2B5EF4-FFF2-40B4-BE49-F238E27FC236}">
                    <a16:creationId xmlns:a16="http://schemas.microsoft.com/office/drawing/2014/main" id="{19FE6714-DC1A-A7A0-C761-95F592AFC167}"/>
                  </a:ext>
                </a:extLst>
              </p:cNvPr>
              <p:cNvSpPr/>
              <p:nvPr/>
            </p:nvSpPr>
            <p:spPr>
              <a:xfrm>
                <a:off x="1160194" y="1621750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d</a:t>
                </a:r>
                <a:r>
                  <a:rPr lang="en-US" sz="602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</a:t>
                </a:r>
                <a:endParaRPr lang="en-US" sz="600" dirty="0"/>
              </a:p>
            </p:txBody>
          </p:sp>
          <p:sp>
            <p:nvSpPr>
              <p:cNvPr id="38" name="Text 10">
                <a:extLst>
                  <a:ext uri="{FF2B5EF4-FFF2-40B4-BE49-F238E27FC236}">
                    <a16:creationId xmlns:a16="http://schemas.microsoft.com/office/drawing/2014/main" id="{E140A02A-67F3-E4CB-7E79-08DCC75F7FE0}"/>
                  </a:ext>
                </a:extLst>
              </p:cNvPr>
              <p:cNvSpPr/>
              <p:nvPr/>
            </p:nvSpPr>
            <p:spPr>
              <a:xfrm>
                <a:off x="1546804" y="918634"/>
                <a:ext cx="337989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p(V,N</a:t>
                </a:r>
                <a:r>
                  <a:rPr lang="en-US" sz="602" i="1" baseline="-40000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</a:t>
                </a: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)</a:t>
                </a:r>
                <a:endParaRPr lang="en-US" sz="600" dirty="0"/>
              </a:p>
            </p:txBody>
          </p:sp>
          <p:sp>
            <p:nvSpPr>
              <p:cNvPr id="39" name="Text 11">
                <a:extLst>
                  <a:ext uri="{FF2B5EF4-FFF2-40B4-BE49-F238E27FC236}">
                    <a16:creationId xmlns:a16="http://schemas.microsoft.com/office/drawing/2014/main" id="{7D79FC02-3F28-8509-97AC-C369CAE50133}"/>
                  </a:ext>
                </a:extLst>
              </p:cNvPr>
              <p:cNvSpPr/>
              <p:nvPr/>
            </p:nvSpPr>
            <p:spPr>
              <a:xfrm>
                <a:off x="1343341" y="1066061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</a:t>
                </a:r>
                <a:endParaRPr lang="en-US" sz="600" dirty="0"/>
              </a:p>
            </p:txBody>
          </p:sp>
          <p:sp>
            <p:nvSpPr>
              <p:cNvPr id="40" name="Text 12">
                <a:extLst>
                  <a:ext uri="{FF2B5EF4-FFF2-40B4-BE49-F238E27FC236}">
                    <a16:creationId xmlns:a16="http://schemas.microsoft.com/office/drawing/2014/main" id="{293001A7-6D73-3768-A02A-AC64D7692897}"/>
                  </a:ext>
                </a:extLst>
              </p:cNvPr>
              <p:cNvSpPr/>
              <p:nvPr/>
            </p:nvSpPr>
            <p:spPr>
              <a:xfrm>
                <a:off x="1546804" y="1097837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1-f</a:t>
                </a:r>
                <a:endParaRPr lang="en-US" sz="600" dirty="0"/>
              </a:p>
            </p:txBody>
          </p:sp>
          <p:sp>
            <p:nvSpPr>
              <p:cNvPr id="41" name="Text 13">
                <a:extLst>
                  <a:ext uri="{FF2B5EF4-FFF2-40B4-BE49-F238E27FC236}">
                    <a16:creationId xmlns:a16="http://schemas.microsoft.com/office/drawing/2014/main" id="{ABC2AC00-E3F8-5F18-2EC4-DCC923AA1839}"/>
                  </a:ext>
                </a:extLst>
              </p:cNvPr>
              <p:cNvSpPr/>
              <p:nvPr/>
            </p:nvSpPr>
            <p:spPr>
              <a:xfrm>
                <a:off x="220109" y="672088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FEFEFE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T</a:t>
                </a:r>
                <a:endParaRPr lang="en-US" sz="800" dirty="0"/>
              </a:p>
            </p:txBody>
          </p:sp>
          <p:sp>
            <p:nvSpPr>
              <p:cNvPr id="42" name="Text 14">
                <a:extLst>
                  <a:ext uri="{FF2B5EF4-FFF2-40B4-BE49-F238E27FC236}">
                    <a16:creationId xmlns:a16="http://schemas.microsoft.com/office/drawing/2014/main" id="{C00E015F-780E-8C9F-DCA7-F88BF90E2DFC}"/>
                  </a:ext>
                </a:extLst>
              </p:cNvPr>
              <p:cNvSpPr/>
              <p:nvPr/>
            </p:nvSpPr>
            <p:spPr>
              <a:xfrm>
                <a:off x="978990" y="675394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FEFEFE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I</a:t>
                </a:r>
                <a:endParaRPr lang="en-US" sz="800" dirty="0"/>
              </a:p>
            </p:txBody>
          </p:sp>
          <p:sp>
            <p:nvSpPr>
              <p:cNvPr id="43" name="Text 15">
                <a:extLst>
                  <a:ext uri="{FF2B5EF4-FFF2-40B4-BE49-F238E27FC236}">
                    <a16:creationId xmlns:a16="http://schemas.microsoft.com/office/drawing/2014/main" id="{00FC68C5-C4A3-5290-EC61-EA0CD89B5D25}"/>
                  </a:ext>
                </a:extLst>
              </p:cNvPr>
              <p:cNvSpPr/>
              <p:nvPr/>
            </p:nvSpPr>
            <p:spPr>
              <a:xfrm>
                <a:off x="1721617" y="1279050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FEFEFE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P</a:t>
                </a:r>
                <a:endParaRPr lang="en-US" sz="800" dirty="0"/>
              </a:p>
            </p:txBody>
          </p:sp>
          <p:sp>
            <p:nvSpPr>
              <p:cNvPr id="44" name="Text 16">
                <a:extLst>
                  <a:ext uri="{FF2B5EF4-FFF2-40B4-BE49-F238E27FC236}">
                    <a16:creationId xmlns:a16="http://schemas.microsoft.com/office/drawing/2014/main" id="{8E96D66B-5970-EBE0-F80F-BF56FCA27E91}"/>
                  </a:ext>
                </a:extLst>
              </p:cNvPr>
              <p:cNvSpPr/>
              <p:nvPr/>
            </p:nvSpPr>
            <p:spPr>
              <a:xfrm>
                <a:off x="1093024" y="1313911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FEFEFE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E</a:t>
                </a:r>
                <a:endParaRPr lang="en-US" sz="800" dirty="0"/>
              </a:p>
            </p:txBody>
          </p:sp>
          <p:sp>
            <p:nvSpPr>
              <p:cNvPr id="45" name="Text 17">
                <a:extLst>
                  <a:ext uri="{FF2B5EF4-FFF2-40B4-BE49-F238E27FC236}">
                    <a16:creationId xmlns:a16="http://schemas.microsoft.com/office/drawing/2014/main" id="{C4C6D8F7-F671-9030-D534-5FEFF801027B}"/>
                  </a:ext>
                </a:extLst>
              </p:cNvPr>
              <p:cNvSpPr/>
              <p:nvPr/>
            </p:nvSpPr>
            <p:spPr>
              <a:xfrm>
                <a:off x="577912" y="322807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171717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V</a:t>
                </a:r>
                <a:endParaRPr lang="en-US" sz="800" dirty="0"/>
              </a:p>
            </p:txBody>
          </p:sp>
          <p:sp>
            <p:nvSpPr>
              <p:cNvPr id="46" name="Text 18">
                <a:extLst>
                  <a:ext uri="{FF2B5EF4-FFF2-40B4-BE49-F238E27FC236}">
                    <a16:creationId xmlns:a16="http://schemas.microsoft.com/office/drawing/2014/main" id="{6F025678-338E-F69B-E4F0-57BBC8E0D591}"/>
                  </a:ext>
                </a:extLst>
              </p:cNvPr>
              <p:cNvSpPr/>
              <p:nvPr/>
            </p:nvSpPr>
            <p:spPr>
              <a:xfrm>
                <a:off x="1693405" y="715297"/>
                <a:ext cx="190732" cy="114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800" b="1" dirty="0">
                    <a:solidFill>
                      <a:srgbClr val="FEFEFE"/>
                    </a:solidFill>
                    <a:latin typeface="Liberation Serif" pitchFamily="34" charset="0"/>
                    <a:ea typeface="Liberation Serif" pitchFamily="34" charset="-122"/>
                    <a:cs typeface="Liberation Serif" pitchFamily="34" charset="-120"/>
                  </a:rPr>
                  <a:t>L</a:t>
                </a:r>
                <a:endParaRPr lang="en-US" sz="800" dirty="0"/>
              </a:p>
            </p:txBody>
          </p:sp>
          <p:pic>
            <p:nvPicPr>
              <p:cNvPr id="47" name="Image 26" descr="preencoded.png">
                <a:extLst>
                  <a:ext uri="{FF2B5EF4-FFF2-40B4-BE49-F238E27FC236}">
                    <a16:creationId xmlns:a16="http://schemas.microsoft.com/office/drawing/2014/main" id="{F806AA27-2D55-BA77-28F0-4446DFDED61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50"/>
              <a:stretch>
                <a:fillRect/>
              </a:stretch>
            </p:blipFill>
            <p:spPr>
              <a:xfrm>
                <a:off x="1333889" y="651169"/>
                <a:ext cx="381000" cy="161544"/>
              </a:xfrm>
              <a:prstGeom prst="rect">
                <a:avLst/>
              </a:prstGeom>
            </p:spPr>
          </p:pic>
          <p:pic>
            <p:nvPicPr>
              <p:cNvPr id="48" name="Image 27" descr="preencoded.png">
                <a:extLst>
                  <a:ext uri="{FF2B5EF4-FFF2-40B4-BE49-F238E27FC236}">
                    <a16:creationId xmlns:a16="http://schemas.microsoft.com/office/drawing/2014/main" id="{2D14A14A-E09C-3543-8832-290356B6EB3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51"/>
              <a:stretch>
                <a:fillRect/>
              </a:stretch>
            </p:blipFill>
            <p:spPr>
              <a:xfrm>
                <a:off x="1430346" y="637828"/>
                <a:ext cx="210312" cy="210312"/>
              </a:xfrm>
              <a:prstGeom prst="rect">
                <a:avLst/>
              </a:prstGeom>
            </p:spPr>
          </p:pic>
          <p:sp>
            <p:nvSpPr>
              <p:cNvPr id="49" name="Text 19">
                <a:extLst>
                  <a:ext uri="{FF2B5EF4-FFF2-40B4-BE49-F238E27FC236}">
                    <a16:creationId xmlns:a16="http://schemas.microsoft.com/office/drawing/2014/main" id="{E760BED4-B2C8-E8EB-A608-51A98CEF6B15}"/>
                  </a:ext>
                </a:extLst>
              </p:cNvPr>
              <p:cNvSpPr/>
              <p:nvPr/>
            </p:nvSpPr>
            <p:spPr>
              <a:xfrm>
                <a:off x="1432242" y="584383"/>
                <a:ext cx="200170" cy="861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97750"/>
                  </a:lnSpc>
                  <a:buNone/>
                </a:pPr>
                <a:r>
                  <a:rPr lang="en-US" sz="600" i="1" dirty="0">
                    <a:solidFill>
                      <a:srgbClr val="232323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</a:t>
                </a:r>
                <a:endParaRPr lang="en-US" sz="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6DF2C5-FFB8-0E26-B33D-40A611B60D34}"/>
                    </a:ext>
                  </a:extLst>
                </p:cNvPr>
                <p:cNvSpPr txBox="1"/>
                <p:nvPr/>
              </p:nvSpPr>
              <p:spPr>
                <a:xfrm>
                  <a:off x="657936" y="586687"/>
                  <a:ext cx="207263" cy="1917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b="0" i="1" smtClean="0">
                                <a:solidFill>
                                  <a:srgbClr val="C038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b="0" i="1" smtClean="0">
                                <a:solidFill>
                                  <a:srgbClr val="C0383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600" b="0" i="1" smtClean="0">
                                <a:solidFill>
                                  <a:srgbClr val="C0383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600" dirty="0">
                    <a:solidFill>
                      <a:srgbClr val="C03830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6DF2C5-FFB8-0E26-B33D-40A611B60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936" y="586687"/>
                  <a:ext cx="207263" cy="191784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BBB6836-3096-395E-FD60-B3168AD7F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 l="1095" t="8450" r="87604" b="84493"/>
            <a:stretch/>
          </p:blipFill>
          <p:spPr>
            <a:xfrm>
              <a:off x="53874" y="1379363"/>
              <a:ext cx="411480" cy="214144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808BA6A-792A-AC63-B660-4BD4406E7F95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H="1" flipV="1">
              <a:off x="66675" y="777875"/>
              <a:ext cx="192939" cy="601488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56D44EB-EFB9-49BA-C139-218A3395E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 l="1095" t="8450" r="87604" b="84493"/>
            <a:stretch/>
          </p:blipFill>
          <p:spPr>
            <a:xfrm>
              <a:off x="1905316" y="1500304"/>
              <a:ext cx="411480" cy="214144"/>
            </a:xfrm>
            <a:prstGeom prst="rect">
              <a:avLst/>
            </a:prstGeom>
          </p:spPr>
        </p:pic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9D2D2AB-3249-C73F-8D5E-DD6BB642CA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273" y="1357419"/>
              <a:ext cx="0" cy="15759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D342E1C-64DB-D8CD-5A28-27B724D9B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 l="1095" t="8450" r="87604" b="84493"/>
            <a:stretch/>
          </p:blipFill>
          <p:spPr>
            <a:xfrm>
              <a:off x="1086677" y="161097"/>
              <a:ext cx="407318" cy="211979"/>
            </a:xfrm>
            <a:prstGeom prst="rect">
              <a:avLst/>
            </a:prstGeom>
          </p:spPr>
        </p:pic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831FA0B4-ACA7-D096-0DD4-80AD331606FF}"/>
                </a:ext>
              </a:extLst>
            </p:cNvPr>
            <p:cNvCxnSpPr>
              <a:cxnSpLocks/>
            </p:cNvCxnSpPr>
            <p:nvPr/>
          </p:nvCxnSpPr>
          <p:spPr>
            <a:xfrm>
              <a:off x="1502048" y="443374"/>
              <a:ext cx="0" cy="14278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83FD8B4E-E8B6-4C9E-269B-7293CB562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rcRect l="1806" t="35827" r="88033" b="56919"/>
            <a:stretch/>
          </p:blipFill>
          <p:spPr>
            <a:xfrm>
              <a:off x="1517587" y="148606"/>
              <a:ext cx="407318" cy="242328"/>
            </a:xfrm>
            <a:prstGeom prst="rect">
              <a:avLst/>
            </a:prstGeom>
          </p:spPr>
        </p:pic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943FFA78-5A02-6E34-18ED-8180C555060E}"/>
                </a:ext>
              </a:extLst>
            </p:cNvPr>
            <p:cNvSpPr/>
            <p:nvPr/>
          </p:nvSpPr>
          <p:spPr>
            <a:xfrm>
              <a:off x="1098241" y="128860"/>
              <a:ext cx="807614" cy="314514"/>
            </a:xfrm>
            <a:prstGeom prst="roundRect">
              <a:avLst/>
            </a:prstGeom>
            <a:noFill/>
            <a:ln w="6350">
              <a:solidFill>
                <a:schemeClr val="tx1">
                  <a:alpha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29520BA-6B23-5925-B1F1-7D69C113E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rcRect l="18928" t="9523" r="15353" b="4941"/>
            <a:stretch/>
          </p:blipFill>
          <p:spPr>
            <a:xfrm>
              <a:off x="462080" y="1364947"/>
              <a:ext cx="187208" cy="245463"/>
            </a:xfrm>
            <a:prstGeom prst="rect">
              <a:avLst/>
            </a:prstGeom>
          </p:spPr>
        </p:pic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35898E5-7898-EC03-67B6-3FF9677CD052}"/>
                </a:ext>
              </a:extLst>
            </p:cNvPr>
            <p:cNvCxnSpPr>
              <a:cxnSpLocks/>
              <a:stCxn id="76" idx="0"/>
            </p:cNvCxnSpPr>
            <p:nvPr/>
          </p:nvCxnSpPr>
          <p:spPr>
            <a:xfrm flipV="1">
              <a:off x="555684" y="879475"/>
              <a:ext cx="199966" cy="48547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prstDash val="sys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EC3A683-9415-C499-0233-DD3B9F5AB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98" y="871402"/>
              <a:ext cx="45720" cy="2151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FBF81E6-A916-B3C0-B52E-1483EA4C1AA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02048" y="564983"/>
              <a:ext cx="0" cy="4572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30A60B7-B2F9-5E4E-28F0-058814141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235" y="776824"/>
              <a:ext cx="45720" cy="0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7B6A116-E684-F61F-2121-E59872556950}"/>
                </a:ext>
              </a:extLst>
            </p:cNvPr>
            <p:cNvCxnSpPr>
              <a:cxnSpLocks/>
              <a:stCxn id="52" idx="0"/>
            </p:cNvCxnSpPr>
            <p:nvPr/>
          </p:nvCxnSpPr>
          <p:spPr>
            <a:xfrm flipV="1">
              <a:off x="259614" y="869950"/>
              <a:ext cx="435711" cy="509413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77E6B25-7AE3-5B83-1516-5405EBF964DA}"/>
                </a:ext>
              </a:extLst>
            </p:cNvPr>
            <p:cNvCxnSpPr>
              <a:cxnSpLocks/>
              <a:stCxn id="76" idx="0"/>
            </p:cNvCxnSpPr>
            <p:nvPr/>
          </p:nvCxnSpPr>
          <p:spPr>
            <a:xfrm flipH="1" flipV="1">
              <a:off x="117475" y="784225"/>
              <a:ext cx="438209" cy="580722"/>
            </a:xfrm>
            <a:prstGeom prst="straightConnector1">
              <a:avLst/>
            </a:prstGeom>
            <a:ln w="6350">
              <a:solidFill>
                <a:schemeClr val="tx1">
                  <a:alpha val="40000"/>
                </a:schemeClr>
              </a:solidFill>
              <a:prstDash val="sys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50607E0-7EB2-A55F-6EFC-8774D53F0405}"/>
                </a:ext>
              </a:extLst>
            </p:cNvPr>
            <p:cNvCxnSpPr>
              <a:cxnSpLocks/>
            </p:cNvCxnSpPr>
            <p:nvPr/>
          </p:nvCxnSpPr>
          <p:spPr>
            <a:xfrm>
              <a:off x="1502201" y="145806"/>
              <a:ext cx="0" cy="292100"/>
            </a:xfrm>
            <a:prstGeom prst="line">
              <a:avLst/>
            </a:prstGeom>
            <a:ln w="3175">
              <a:solidFill>
                <a:schemeClr val="tx1"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31F7B2E-3D0B-9706-A629-17C53C08CBB1}"/>
                </a:ext>
              </a:extLst>
            </p:cNvPr>
            <p:cNvSpPr txBox="1"/>
            <p:nvPr/>
          </p:nvSpPr>
          <p:spPr>
            <a:xfrm>
              <a:off x="23201" y="1061794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S1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D55F029-FF2D-0DC2-866A-75C74077B4B4}"/>
                </a:ext>
              </a:extLst>
            </p:cNvPr>
            <p:cNvSpPr txBox="1"/>
            <p:nvPr/>
          </p:nvSpPr>
          <p:spPr>
            <a:xfrm>
              <a:off x="567835" y="1061794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D2B9098-6137-1367-9876-45C45F4CE290}"/>
                </a:ext>
              </a:extLst>
            </p:cNvPr>
            <p:cNvSpPr txBox="1"/>
            <p:nvPr/>
          </p:nvSpPr>
          <p:spPr>
            <a:xfrm>
              <a:off x="214434" y="1061794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S4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1D989E3-9F58-3DCA-9D73-9FC3C2652F1C}"/>
                </a:ext>
              </a:extLst>
            </p:cNvPr>
            <p:cNvSpPr txBox="1"/>
            <p:nvPr/>
          </p:nvSpPr>
          <p:spPr>
            <a:xfrm>
              <a:off x="401759" y="1061794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S4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1854A3D-6D34-E363-C0A2-0DF85E8B9504}"/>
                </a:ext>
              </a:extLst>
            </p:cNvPr>
            <p:cNvSpPr txBox="1"/>
            <p:nvPr/>
          </p:nvSpPr>
          <p:spPr>
            <a:xfrm>
              <a:off x="1634392" y="317013"/>
              <a:ext cx="3460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S2, S4</a:t>
              </a: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EDD19758-40CA-0D08-C99A-401DA098B512}"/>
                </a:ext>
              </a:extLst>
            </p:cNvPr>
            <p:cNvGrpSpPr/>
            <p:nvPr/>
          </p:nvGrpSpPr>
          <p:grpSpPr>
            <a:xfrm>
              <a:off x="1809750" y="384175"/>
              <a:ext cx="792163" cy="831997"/>
              <a:chOff x="1752600" y="419100"/>
              <a:chExt cx="792163" cy="831997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E31FAC6F-5CA1-947E-ACBB-E7BA83E7D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4"/>
              <a:srcRect l="18928" t="9523" r="15353" b="4941"/>
              <a:stretch/>
            </p:blipFill>
            <p:spPr>
              <a:xfrm>
                <a:off x="2022349" y="445610"/>
                <a:ext cx="192024" cy="251778"/>
              </a:xfrm>
              <a:prstGeom prst="rect">
                <a:avLst/>
              </a:prstGeom>
            </p:spPr>
          </p:pic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81944927-9BFC-D4E4-0DF9-D2BFC59C5FAF}"/>
                  </a:ext>
                </a:extLst>
              </p:cNvPr>
              <p:cNvCxnSpPr>
                <a:cxnSpLocks/>
                <a:stCxn id="64" idx="1"/>
              </p:cNvCxnSpPr>
              <p:nvPr/>
            </p:nvCxnSpPr>
            <p:spPr>
              <a:xfrm flipH="1">
                <a:off x="1752600" y="820738"/>
                <a:ext cx="227014" cy="163512"/>
              </a:xfrm>
              <a:prstGeom prst="straightConnector1">
                <a:avLst/>
              </a:prstGeom>
              <a:ln w="6350">
                <a:solidFill>
                  <a:schemeClr val="tx1">
                    <a:alpha val="40000"/>
                  </a:schemeClr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9BBAB214-647B-AB3C-4CFC-B045DE3BED7B}"/>
                  </a:ext>
                </a:extLst>
              </p:cNvPr>
              <p:cNvSpPr/>
              <p:nvPr/>
            </p:nvSpPr>
            <p:spPr>
              <a:xfrm>
                <a:off x="1979614" y="419100"/>
                <a:ext cx="437530" cy="803275"/>
              </a:xfrm>
              <a:prstGeom prst="roundRect">
                <a:avLst/>
              </a:prstGeom>
              <a:noFill/>
              <a:ln w="63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CDF42655-886C-FDD3-7249-9856B7053D57}"/>
                  </a:ext>
                </a:extLst>
              </p:cNvPr>
              <p:cNvGrpSpPr/>
              <p:nvPr/>
            </p:nvGrpSpPr>
            <p:grpSpPr>
              <a:xfrm>
                <a:off x="1980963" y="705067"/>
                <a:ext cx="420694" cy="462207"/>
                <a:chOff x="2007950" y="689192"/>
                <a:chExt cx="420694" cy="462207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6AB7C309-B656-3949-1FCE-19146E35B8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/>
                <a:srcRect l="1806" t="35827" r="88857" b="56919"/>
                <a:stretch/>
              </p:blipFill>
              <p:spPr>
                <a:xfrm>
                  <a:off x="2017164" y="689192"/>
                  <a:ext cx="411480" cy="266413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6F084DAD-2A6E-1CCD-FB65-9376D490D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/>
                <a:srcRect l="1095" t="8450" r="87604" b="84493"/>
                <a:stretch/>
              </p:blipFill>
              <p:spPr>
                <a:xfrm>
                  <a:off x="2007950" y="937255"/>
                  <a:ext cx="411480" cy="214144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EA8A6382-3918-CC66-D775-7186421F74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08656" y="888994"/>
                      <a:ext cx="49693" cy="6155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oMath>
                        </m:oMathPara>
                      </a14:m>
                      <a:endParaRPr lang="en-US" sz="600" dirty="0"/>
                    </a:p>
                  </p:txBody>
                </p:sp>
              </mc:Choice>
              <mc:Fallback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EA8A6382-3918-CC66-D775-7186421F744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08656" y="888994"/>
                      <a:ext cx="49693" cy="61555"/>
                    </a:xfrm>
                    <a:prstGeom prst="rect">
                      <a:avLst/>
                    </a:prstGeom>
                    <a:blipFill>
                      <a:blip r:embed="rId55"/>
                      <a:stretch>
                        <a:fillRect l="-25000" r="-50000" b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2328C68-2D51-E468-DB3C-9052CD2A55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90725" y="706525"/>
                <a:ext cx="421985" cy="0"/>
              </a:xfrm>
              <a:prstGeom prst="line">
                <a:avLst/>
              </a:prstGeom>
              <a:ln w="3175">
                <a:solidFill>
                  <a:schemeClr val="tx1">
                    <a:alpha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F71983B-2BF1-F13C-7AAD-287D4FCAED37}"/>
                  </a:ext>
                </a:extLst>
              </p:cNvPr>
              <p:cNvSpPr txBox="1"/>
              <p:nvPr/>
            </p:nvSpPr>
            <p:spPr>
              <a:xfrm>
                <a:off x="2160588" y="572844"/>
                <a:ext cx="344487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S3, S4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EC99047-82F6-3BF9-69EE-B1FBA6238BDA}"/>
                  </a:ext>
                </a:extLst>
              </p:cNvPr>
              <p:cNvSpPr txBox="1"/>
              <p:nvPr/>
            </p:nvSpPr>
            <p:spPr>
              <a:xfrm>
                <a:off x="2160588" y="1081820"/>
                <a:ext cx="38417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S2, S4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6AABCDC-4CDF-315C-05A0-1BD5495E140E}"/>
                </a:ext>
              </a:extLst>
            </p:cNvPr>
            <p:cNvSpPr txBox="1"/>
            <p:nvPr/>
          </p:nvSpPr>
          <p:spPr>
            <a:xfrm>
              <a:off x="1339117" y="317013"/>
              <a:ext cx="2698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4347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000" y="396000"/>
            <a:ext cx="864000" cy="1728000"/>
          </a:xfrm>
          <a:custGeom>
            <a:avLst/>
            <a:gdLst/>
            <a:ahLst/>
            <a:cxnLst/>
            <a:rect l="l" t="t" r="r" b="b"/>
            <a:pathLst>
              <a:path w="864000" h="1728000">
                <a:moveTo>
                  <a:pt x="0" y="0"/>
                </a:moveTo>
                <a:lnTo>
                  <a:pt x="0" y="1728000"/>
                </a:lnTo>
                <a:lnTo>
                  <a:pt x="864000" y="1728000"/>
                </a:lnTo>
                <a:lnTo>
                  <a:pt x="864000" y="86400"/>
                </a:lnTo>
                <a:lnTo>
                  <a:pt x="777600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blurRad="2400" dist="4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65600" y="396000"/>
            <a:ext cx="86400" cy="103680"/>
          </a:xfrm>
          <a:custGeom>
            <a:avLst/>
            <a:gdLst/>
            <a:ahLst/>
            <a:cxnLst/>
            <a:rect l="l" t="t" r="r" b="b"/>
            <a:pathLst>
              <a:path w="86400" h="103680">
                <a:moveTo>
                  <a:pt x="0" y="0"/>
                </a:moveTo>
                <a:lnTo>
                  <a:pt x="34560" y="103680"/>
                </a:lnTo>
                <a:lnTo>
                  <a:pt x="86400" y="86400"/>
                </a:lnTo>
                <a:close/>
              </a:path>
            </a:pathLst>
          </a:custGeom>
          <a:solidFill>
            <a:srgbClr val="92B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65600" y="396000"/>
            <a:ext cx="86400" cy="86400"/>
          </a:xfrm>
          <a:custGeom>
            <a:avLst/>
            <a:gdLst/>
            <a:ahLst/>
            <a:cxnLst/>
            <a:rect l="l" t="t" r="r" b="b"/>
            <a:pathLst>
              <a:path w="86400" h="86400">
                <a:moveTo>
                  <a:pt x="0" y="0"/>
                </a:moveTo>
                <a:lnTo>
                  <a:pt x="12960" y="86400"/>
                </a:lnTo>
                <a:lnTo>
                  <a:pt x="86400" y="86400"/>
                </a:lnTo>
                <a:close/>
              </a:path>
            </a:pathLst>
          </a:custGeom>
          <a:solidFill>
            <a:srgbClr val="CCD8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https://assets.cdn.biorender.com/assets/biorender-logo-blue.svg?cacheBust=0.53580509415567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00" y="909717"/>
            <a:ext cx="207360" cy="175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000" y="1172429"/>
            <a:ext cx="972000" cy="11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340" dirty="0"/>
          </a:p>
          <a:p>
            <a:pPr marL="0" indent="0" algn="l">
              <a:buNone/>
            </a:pPr>
            <a:r>
              <a:rPr lang="en-US" sz="34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40" dirty="0"/>
          </a:p>
          <a:p>
            <a:pPr marL="0" indent="0" algn="l">
              <a:buNone/>
            </a:pPr>
            <a:r>
              <a:rPr lang="en-US" sz="34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340" dirty="0"/>
          </a:p>
          <a:p>
            <a:pPr marL="0" indent="0" algn="l">
              <a:buNone/>
            </a:pPr>
            <a:r>
              <a:rPr lang="en-US" sz="34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40" dirty="0"/>
          </a:p>
          <a:p>
            <a:pPr marL="0" indent="0" algn="l">
              <a:buNone/>
            </a:pPr>
            <a:r>
              <a:rPr lang="en-US" sz="340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https://app.biorender.com/illustrations/68efc908cb5715304cea89b6</a:t>
            </a:r>
            <a:endParaRPr lang="en-US" sz="340" dirty="0"/>
          </a:p>
          <a:p>
            <a:pPr marL="0" indent="0" algn="l">
              <a:buNone/>
            </a:pPr>
            <a:r>
              <a:rPr lang="en-US" sz="34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40" dirty="0"/>
          </a:p>
          <a:p>
            <a:pPr marL="0" indent="0" algn="l">
              <a:buNone/>
            </a:pPr>
            <a:r>
              <a:rPr lang="en-US" sz="34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r>
              <a:rPr lang="en-US" sz="340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340" dirty="0"/>
          </a:p>
        </p:txBody>
      </p:sp>
      <p:pic>
        <p:nvPicPr>
          <p:cNvPr id="7" name="Image 1" descr="https://assets.cdn.biorender.com/assets/office/biorender-ppt-lockup.svg?cacheBust=0.1503538231659993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7342" y="516960"/>
            <a:ext cx="465316" cy="2015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4400" y="776160"/>
            <a:ext cx="691200" cy="12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"/>
              </a:lnSpc>
              <a:buNone/>
            </a:pPr>
            <a:r>
              <a:rPr lang="en-US" sz="302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274" dirty="0"/>
          </a:p>
          <a:p>
            <a:pPr marL="0" indent="0" algn="l">
              <a:lnSpc>
                <a:spcPts val="472"/>
              </a:lnSpc>
              <a:buNone/>
            </a:pPr>
            <a:endParaRPr lang="en-US" sz="274" dirty="0"/>
          </a:p>
          <a:p>
            <a:pPr marL="0" indent="0" algn="l">
              <a:lnSpc>
                <a:spcPts val="378"/>
              </a:lnSpc>
              <a:buNone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274" dirty="0"/>
          </a:p>
          <a:p>
            <a:pPr marL="0" indent="0" algn="l">
              <a:lnSpc>
                <a:spcPts val="378"/>
              </a:lnSpc>
              <a:buNone/>
            </a:pP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274" dirty="0"/>
          </a:p>
          <a:p>
            <a:pPr marL="254000" lvl="1" indent="-127000" algn="l">
              <a:lnSpc>
                <a:spcPts val="378"/>
              </a:lnSpc>
              <a:buSzPct val="100000"/>
              <a:buChar char="●"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274" dirty="0"/>
          </a:p>
          <a:p>
            <a:pPr marL="0" indent="0" algn="l">
              <a:lnSpc>
                <a:spcPts val="378"/>
              </a:lnSpc>
              <a:buNone/>
            </a:pPr>
            <a:endParaRPr lang="en-US" sz="274" dirty="0"/>
          </a:p>
          <a:p>
            <a:pPr marL="0" indent="0" algn="l">
              <a:lnSpc>
                <a:spcPts val="378"/>
              </a:lnSpc>
              <a:buNone/>
            </a:pPr>
            <a:r>
              <a:rPr lang="en-US" sz="274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274" dirty="0"/>
          </a:p>
        </p:txBody>
      </p:sp>
      <p:sp>
        <p:nvSpPr>
          <p:cNvPr id="9" name="Text 5"/>
          <p:cNvSpPr/>
          <p:nvPr/>
        </p:nvSpPr>
        <p:spPr>
          <a:xfrm>
            <a:off x="1404000" y="1830240"/>
            <a:ext cx="432000" cy="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2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302" dirty="0"/>
          </a:p>
        </p:txBody>
      </p:sp>
      <p:sp>
        <p:nvSpPr>
          <p:cNvPr id="10" name="Text 6">
            <a:hlinkClick r:id="rId9"/>
          </p:cNvPr>
          <p:cNvSpPr/>
          <p:nvPr/>
        </p:nvSpPr>
        <p:spPr>
          <a:xfrm>
            <a:off x="1274400" y="1916640"/>
            <a:ext cx="691200" cy="1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7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227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efc908cb5715304cea89b6"/>
  <p:tag name="SLIDEID" val="04b6aa6f-31a0-4c7b-be78-12f520f06f49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16df4484-b135-4da7-9e37-8c3cabc4b2d6&quot;:{&quot;type&quot;:&quot;FIGURE_OBJECT&quot;,&quot;id&quot;:&quot;16df4484-b135-4da7-9e37-8c3cabc4b2d6&quot;,&quot;relativeTransform&quot;:{&quot;translate&quot;:{&quot;x&quot;:-101.71069949523283,&quot;y&quot;:-63.628000000000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normal&quot;,&quot;decoration&quot;:&quot;none&quot;,&quot;script&quot;:&quot;none&quot;},&quot;range&quot;:[0,0]}],&quot;text&quot;:&quot;λ&quot;,&quot;baseStyle&quot;:{&quot;fontFamily&quot;:&quot;Roboto&quot;,&quot;fontSize&quot;:8,&quot;color&quot;:&quot;#232323&quot;,&quot;fontWeight&quot;:&quot;normal&quot;,&quot;fontStyle&quot;:&quot;normal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5&quot;}},&quot;8ace04d5-de67-4e4c-b2ba-c5c27e750ac6&quot;:{&quot;type&quot;:&quot;FIGURE_OBJECT&quot;,&quot;id&quot;:&quot;8ace04d5-de67-4e4c-b2ba-c5c27e750ac6&quot;,&quot;relativeTransform&quot;:{&quot;translate&quot;:{&quot;x&quot;:-29.083039128773134,&quot;y&quot;:-49.634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rgba(192,56,48,1)&quot;,&quot;fontWeight&quot;:&quot;normal&quot;,&quot;fontStyle&quot;:&quot;normal&quot;,&quot;decoration&quot;:&quot;none&quot;,&quot;script&quot;:&quot;none&quot;},&quot;range&quot;:[0,0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1,4]},{&quot;style&quot;:{&quot;fontFamily&quot;:&quot;Roboto&quot;,&quot;fontSize&quot;:8.032128514056225,&quot;color&quot;:&quot;rgba(192,56,48,1)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6,13]}],&quot;text&quot;:&quot;β(E,NE,t-    )&quot;,&quot;base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}],&quot;verticalAlign&quot;:&quot;TOP&quot;,&quot;_lastCaretLocation&quot;:{&quot;lineIndex&quot;:0,&quot;runIndex&quot;:3,&quot;charIndex&quot;:13}},&quot;size&quot;:{&quot;x&quot;:42.733795166015625,&quot;y&quot;:9.04},&quot;targetSize&quot;:{&quot;x&quot;:40.307291666666664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6&quot;}},&quot;2176ff30-de03-4c27-97c5-16dafee282b1&quot;:{&quot;type&quot;:&quot;FIGURE_OBJECT&quot;,&quot;id&quot;:&quot;2176ff30-de03-4c27-97c5-16dafee282b1&quot;,&quot;relativeTransform&quot;:{&quot;translate&quot;:{&quot;x&quot;:-8.108041976285982,&quot;y&quot;:-87.927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k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7&quot;}},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9eab6601-8b74-4c8f-b4c1-b9f09eb0a96e&quot;:{&quot;type&quot;:&quot;FIGURE_OBJECT&quot;,&quot;id&quot;:&quot;9eab6601-8b74-4c8f-b4c1-b9f09eb0a96e&quot;,&quot;relativeTransform&quot;:{&quot;translate&quot;:{&quot;x&quot;:53.89122491934442,&quot;y&quot;:-45.3161584093030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,&quot;color&quot;:&quot;#232323&quot;,&quot;fontWeight&quot;:&quot;normal&quot;,&quot;fontStyle&quot;:&quot;italic&quot;,&quot;decoration&quot;:&quot;none&quot;,&quot;script&quot;:&quot;sub&quot;},&quot;range&quot;:[1,1]}],&quot;text&quot;:&quot;ta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1&quot;}},&quot;307ef3ee-52b2-4779-af61-4a0bed0a43a9&quot;:{&quot;type&quot;:&quot;FIGURE_OBJECT&quot;,&quot;id&quot;:&quot;307ef3ee-52b2-4779-af61-4a0bed0a43a9&quot;,&quot;relativeTransform&quot;:{&quot;translate&quot;:{&quot;x&quot;:103.6649305805542,&quot;y&quot;:-1.74199999999994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m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2&quot;}},&quot;11eba5a1-5975-47db-9b44-6202b2638f3e&quot;:{&quot;type&quot;:&quot;FIGURE_OBJECT&quot;,&quot;id&quot;:&quot;11eba5a1-5975-47db-9b44-6202b2638f3e&quot;,&quot;relativeTransform&quot;:{&quot;translate&quot;:{&quot;x&quot;:-23.221041976286035,&quot;y&quot;:-73.4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c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5&quot;}},&quot;48a94ac5-9f42-4190-9573-b8bcc4f46d33&quot;:{&quot;type&quot;:&quot;FIGURE_OBJECT&quot;,&quot;id&quot;:&quot;48a94ac5-9f42-4190-9573-b8bcc4f46d33&quot;,&quot;relativeTransform&quot;:{&quot;translate&quot;:{&quot;x&quot;:-61.81469949523272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T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6&quot;}},&quot;fda3229f-ca5f-420b-ab5d-21b7b306ea35&quot;:{&quot;type&quot;:&quot;FIGURE_OBJECT&quot;,&quot;id&quot;:&quot;fda3229f-ca5f-420b-ab5d-21b7b306ea35&quot;,&quot;relativeTransform&quot;:{&quot;translate&quot;:{&quot;x&quot;:20.926930580554128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I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7&quot;}},&quot;501af07e-06ad-4f09-94eb-faad3224d8d5&quot;:{&quot;type&quot;:&quot;FIGURE_OBJECT&quot;,&quot;id&quot;:&quot;501af07e-06ad-4f09-94eb-faad3224d8d5&quot;,&quot;relativeTransform&quot;:{&quot;translate&quot;:{&quot;x&quot;:84.37993058055434,&quot;y&quot;:26.51799999999993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P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&quot;}},&quot;42c600c0-89ef-4265-b792-0cfe484354a2&quot;:{&quot;type&quot;:&quot;FIGURE_OBJECT&quot;,&quot;id&quot;:&quot;42c600c0-89ef-4265-b792-0cfe484354a2&quot;,&quot;relativeTransform&quot;:{&quot;translate&quot;:{&quot;x&quot;:18.926930580554128,&quot;y&quot;:42.4990000000000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E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1&quot;}},&quot;58cc9bca-8237-4084-91b2-90f6649ebeb0&quot;:{&quot;type&quot;:&quot;FIGURE_OBJECT&quot;,&quot;id&quot;:&quot;58cc9bca-8237-4084-91b2-90f6649ebeb0&quot;,&quot;relativeTransform&quot;:{&quot;translate&quot;:{&quot;x&quot;:66.75050253789355,&quot;y&quot;:-31.31900000000005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4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6,6]}],&quot;text&quot;:&quot;p(V,NP)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35.484375,&quot;y&quot;:9.04},&quot;targetSize&quot;:{&quot;x&quot;:35.484375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2&quot;}},&quot;24a86048-6c18-4450-a6ec-7b5396542d2a&quot;:{&quot;type&quot;:&quot;FIGURE_OBJECT&quot;,&quot;id&quot;:&quot;24a86048-6c18-4450-a6ec-7b5396542d2a&quot;,&quot;relativeTransform&quot;:{&quot;translate&quot;:{&quot;x&quot;:38.15493058055417,&quot;y&quot;:-15.8409999999999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5&quot;}},&quot;7ccc938d-13d4-4951-bd8d-199850307129&quot;:{&quot;type&quot;:&quot;FIGURE_OBJECT&quot;,&quot;id&quot;:&quot;7ccc938d-13d4-4951-bd8d-199850307129&quot;,&quot;relativeTransform&quot;:{&quot;translate&quot;:{&quot;x&quot;:59.515930580554276,&quot;y&quot;:-12.5049999999999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2]}],&quot;text&quot;:&quot;1-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6&quot;}},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707b8ed7-5cd3-4464-94f0-00fb6e242d85&quot;:{&quot;type&quot;:&quot;FIGURE_OBJECT&quot;,&quot;id&quot;:&quot;707b8ed7-5cd3-4464-94f0-00fb6e242d85&quot;,&quot;relativeTransform&quot;:{&quot;translate&quot;:{&quot;x&quot;:-80.26512677987817,&quot;y&quot;:-55.69633333333329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T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&quot;}},&quot;a59c5401-a996-49dc-a98e-ee802acce316&quot;:{&quot;type&quot;:&quot;FIGURE_OBJECT&quot;,&quot;id&quot;:&quot;a59c5401-a996-49dc-a98e-ee802acce316&quot;,&quot;relativeTransform&quot;:{&quot;translate&quot;:{&quot;x&quot;:-0.5924967040911338,&quot;y&quot;:-55.34933333333331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I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2&quot;}},&quot;82c9cadb-46f5-4bef-8044-99ed5ec2b97b&quot;:{&quot;type&quot;:&quot;FIGURE_OBJECT&quot;,&quot;id&quot;:&quot;82c9cadb-46f5-4bef-8044-99ed5ec2b97b&quot;,&quot;relativeTransform&quot;:{&quot;translate&quot;:{&quot;x&quot;:77.373503295909,&quot;y&quot;:8.02666666666666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P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5&quot;}},&quot;a21799a6-828a-483d-96fd-d484403b0a72&quot;:{&quot;type&quot;:&quot;FIGURE_OBJECT&quot;,&quot;id&quot;:&quot;a21799a6-828a-483d-96fd-d484403b0a72&quot;,&quot;relativeTransform&quot;:{&quot;translate&quot;:{&quot;x&quot;:11.379503295908851,&quot;y&quot;:11.68666666666652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E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&quot;}},&quot;9c204ce2-3e56-4f9d-88d3-5500f7af432a&quot;:{&quot;type&quot;:&quot;FIGURE_OBJECT&quot;,&quot;id&quot;:&quot;9c204ce2-3e56-4f9d-88d3-5500f7af432a&quot;,&quot;relativeTransform&quot;:{&quot;translate&quot;:{&quot;x&quot;:-42.70046926093134,&quot;y&quot;:-92.36633333333324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,&quot;range&quot;:[0,0]}],&quot;text&quot;:&quot;V&quot;,&quot;base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5&quot;}},&quot;9a6b457d-16ad-4e22-a7fd-71a104e8a5a0&quot;:{&quot;type&quot;:&quot;FIGURE_OBJECT&quot;,&quot;id&quot;:&quot;9a6b457d-16ad-4e22-a7fd-71a104e8a5a0&quot;,&quot;relativeTransform&quot;:{&quot;translate&quot;:{&quot;x&quot;:0,&quot;y&quot;:0},&quot;rotate&quot;:0,&quot;skewX&quot;:0,&quot;scale&quot;:{&quot;x&quot;:1,&quot;y&quot;:1}},&quot;path&quot;:{&quot;type&quot;:&quot;RECT&quot;,&quot;size&quot;:{&quot;x&quot;:226.77165354330708,&quot;y&quot;:264.56692913385825}},&quot;pathStyles&quot;:[{&quot;type&quot;:&quot;FILL&quot;,&quot;fillStyle&quot;:&quot;rgba(0,0,0,0)&quot;}],&quot;parent&quot;:{&quot;type&quot;:&quot;FRAME&quot;,&quot;parentId&quot;:&quot;04b6aa6f-31a0-4c7b-be78-12f520f06f49&quot;,&quot;order&quot;:&quot;5&quot;}},&quot;458c93b5-0369-4320-822c-66a80f6429cc&quot;:{&quot;type&quot;:&quot;FIGURE_OBJECT&quot;,&quot;id&quot;:&quot;458c93b5-0369-4320-822c-66a80f6429cc&quot;,&quot;relativeTransform&quot;:{&quot;translate&quot;:{&quot;x&quot;:74.41164468314092,&quot;y&quot;:-51.1599565483303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L&quot;}],&quot;verticalAlign&quot;:&quot;TOP&quot;,&quot;_lastCaretLocation&quot;:{&quot;lineIndex&quot;:0,&quot;runIndex&quot;:-1,&quot;charIndex&quot;:-1,&quot;endOfLine&quot;:true}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7&quot;}},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ec1a832f-7c85-4a30-8718-4f56465cfed3&quot;:{&quot;type&quot;:&quot;FIGURE_OBJECT&quot;,&quot;id&quot;:&quot;ec1a832f-7c85-4a30-8718-4f56465cfed3&quot;,&quot;relativeTransform&quot;:{&quot;translate&quot;:{&quot;x&quot;:47.488362547143886,&quot;y&quot;:-66.41089691648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99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a0f9758-693b-4d52-9088-182a9b5f175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288426fa-6f46-492a-b902-28e01152cfe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a1c6c70-961b-464a-962f-5ab84984cd3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4bb4d4a-a0c7-4ed5-9298-6290b47e86d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d6f7d38-39a3-4597-b305-0d8642dbc2fb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76312f1-7fa9-45d0-9976-e81a9e92f805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832a431-aedd-48e5-a0b4-fbab37677e0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e804b54-45fb-422b-b258-593c973b3aa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96b98d-5694-4cd7-add3-457de281248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dcd8037-107a-4432-8dfd-cc4cf98d3d1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97d5702-462a-4767-aec6-4d3220f0f1a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72a4f6d-3b51-4799-a061-8a6a4bfa2302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c42f2ef0-a18d-4499-838f-cdf6da962ae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b6eee6-4c78-479e-9fa2-95b63f15fe6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e7a1eda-a85f-4386-8a25-3f58e0fa156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e10aaeea-391c-4eaf-ae99-1e87398b658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1d1e211-b335-4517-a829-1ea250a029a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10e58f3-df9f-40c1-b248-f0b043409964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48dc465-06f9-482e-b6ae-13c34906d07d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876b995-f8ba-4be9-9f69-3a4db3e5526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a6a8e401-3f92-46f0-a5db-9ce7e0fe1e7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1cab169-877b-4150-a9dd-193428cf007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0fb3899-836e-4437-a003-5adf8650d65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7c4cb08-0ce6-42f3-8ab8-de6230e3a69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6c734f4-b2be-454d-8742-9fa551a1669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a9a9543-ea86-458e-af1a-218522d7441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fea4203-9a7c-4834-a03e-7a2072ed658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703ec26-016c-409d-8979-563faa83a51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efc908cb5715304cea89b6"/>
  <p:tag name="SLIDEID" val="04b6aa6f-31a0-4c7b-be78-12f520f06f49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16df4484-b135-4da7-9e37-8c3cabc4b2d6&quot;:{&quot;type&quot;:&quot;FIGURE_OBJECT&quot;,&quot;id&quot;:&quot;16df4484-b135-4da7-9e37-8c3cabc4b2d6&quot;,&quot;relativeTransform&quot;:{&quot;translate&quot;:{&quot;x&quot;:-101.71069949523283,&quot;y&quot;:-63.628000000000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normal&quot;,&quot;decoration&quot;:&quot;none&quot;,&quot;script&quot;:&quot;none&quot;},&quot;range&quot;:[0,0]}],&quot;text&quot;:&quot;λ&quot;,&quot;baseStyle&quot;:{&quot;fontFamily&quot;:&quot;Roboto&quot;,&quot;fontSize&quot;:8,&quot;color&quot;:&quot;#232323&quot;,&quot;fontWeight&quot;:&quot;normal&quot;,&quot;fontStyle&quot;:&quot;normal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5&quot;}},&quot;8ace04d5-de67-4e4c-b2ba-c5c27e750ac6&quot;:{&quot;type&quot;:&quot;FIGURE_OBJECT&quot;,&quot;id&quot;:&quot;8ace04d5-de67-4e4c-b2ba-c5c27e750ac6&quot;,&quot;relativeTransform&quot;:{&quot;translate&quot;:{&quot;x&quot;:-29.083039128773134,&quot;y&quot;:-49.634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rgba(192,56,48,1)&quot;,&quot;fontWeight&quot;:&quot;normal&quot;,&quot;fontStyle&quot;:&quot;normal&quot;,&quot;decoration&quot;:&quot;none&quot;,&quot;script&quot;:&quot;none&quot;},&quot;range&quot;:[0,0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1,4]},{&quot;style&quot;:{&quot;fontFamily&quot;:&quot;Roboto&quot;,&quot;fontSize&quot;:8.032128514056225,&quot;color&quot;:&quot;rgba(192,56,48,1)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6,13]}],&quot;text&quot;:&quot;β(E,NE,t-    )&quot;,&quot;base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}],&quot;verticalAlign&quot;:&quot;TOP&quot;,&quot;_lastCaretLocation&quot;:{&quot;lineIndex&quot;:0,&quot;runIndex&quot;:3,&quot;charIndex&quot;:13}},&quot;size&quot;:{&quot;x&quot;:42.733795166015625,&quot;y&quot;:9.04},&quot;targetSize&quot;:{&quot;x&quot;:40.307291666666664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6&quot;}},&quot;2176ff30-de03-4c27-97c5-16dafee282b1&quot;:{&quot;type&quot;:&quot;FIGURE_OBJECT&quot;,&quot;id&quot;:&quot;2176ff30-de03-4c27-97c5-16dafee282b1&quot;,&quot;relativeTransform&quot;:{&quot;translate&quot;:{&quot;x&quot;:-8.108041976285982,&quot;y&quot;:-87.927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k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7&quot;}},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9eab6601-8b74-4c8f-b4c1-b9f09eb0a96e&quot;:{&quot;type&quot;:&quot;FIGURE_OBJECT&quot;,&quot;id&quot;:&quot;9eab6601-8b74-4c8f-b4c1-b9f09eb0a96e&quot;,&quot;relativeTransform&quot;:{&quot;translate&quot;:{&quot;x&quot;:53.89122491934442,&quot;y&quot;:-45.3161584093030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,&quot;color&quot;:&quot;#232323&quot;,&quot;fontWeight&quot;:&quot;normal&quot;,&quot;fontStyle&quot;:&quot;italic&quot;,&quot;decoration&quot;:&quot;none&quot;,&quot;script&quot;:&quot;sub&quot;},&quot;range&quot;:[1,1]}],&quot;text&quot;:&quot;ta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1&quot;}},&quot;307ef3ee-52b2-4779-af61-4a0bed0a43a9&quot;:{&quot;type&quot;:&quot;FIGURE_OBJECT&quot;,&quot;id&quot;:&quot;307ef3ee-52b2-4779-af61-4a0bed0a43a9&quot;,&quot;relativeTransform&quot;:{&quot;translate&quot;:{&quot;x&quot;:103.6649305805542,&quot;y&quot;:-1.74199999999994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m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2&quot;}},&quot;11eba5a1-5975-47db-9b44-6202b2638f3e&quot;:{&quot;type&quot;:&quot;FIGURE_OBJECT&quot;,&quot;id&quot;:&quot;11eba5a1-5975-47db-9b44-6202b2638f3e&quot;,&quot;relativeTransform&quot;:{&quot;translate&quot;:{&quot;x&quot;:-23.221041976286035,&quot;y&quot;:-73.4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c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5&quot;}},&quot;48a94ac5-9f42-4190-9573-b8bcc4f46d33&quot;:{&quot;type&quot;:&quot;FIGURE_OBJECT&quot;,&quot;id&quot;:&quot;48a94ac5-9f42-4190-9573-b8bcc4f46d33&quot;,&quot;relativeTransform&quot;:{&quot;translate&quot;:{&quot;x&quot;:-61.81469949523272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T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6&quot;}},&quot;fda3229f-ca5f-420b-ab5d-21b7b306ea35&quot;:{&quot;type&quot;:&quot;FIGURE_OBJECT&quot;,&quot;id&quot;:&quot;fda3229f-ca5f-420b-ab5d-21b7b306ea35&quot;,&quot;relativeTransform&quot;:{&quot;translate&quot;:{&quot;x&quot;:20.926930580554128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I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7&quot;}},&quot;501af07e-06ad-4f09-94eb-faad3224d8d5&quot;:{&quot;type&quot;:&quot;FIGURE_OBJECT&quot;,&quot;id&quot;:&quot;501af07e-06ad-4f09-94eb-faad3224d8d5&quot;,&quot;relativeTransform&quot;:{&quot;translate&quot;:{&quot;x&quot;:84.37993058055434,&quot;y&quot;:26.51799999999993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P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&quot;}},&quot;42c600c0-89ef-4265-b792-0cfe484354a2&quot;:{&quot;type&quot;:&quot;FIGURE_OBJECT&quot;,&quot;id&quot;:&quot;42c600c0-89ef-4265-b792-0cfe484354a2&quot;,&quot;relativeTransform&quot;:{&quot;translate&quot;:{&quot;x&quot;:18.926930580554128,&quot;y&quot;:42.4990000000000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E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1&quot;}},&quot;58cc9bca-8237-4084-91b2-90f6649ebeb0&quot;:{&quot;type&quot;:&quot;FIGURE_OBJECT&quot;,&quot;id&quot;:&quot;58cc9bca-8237-4084-91b2-90f6649ebeb0&quot;,&quot;relativeTransform&quot;:{&quot;translate&quot;:{&quot;x&quot;:66.75050253789355,&quot;y&quot;:-31.31900000000005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4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6,6]}],&quot;text&quot;:&quot;p(V,NP)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35.484375,&quot;y&quot;:9.04},&quot;targetSize&quot;:{&quot;x&quot;:35.484375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2&quot;}},&quot;24a86048-6c18-4450-a6ec-7b5396542d2a&quot;:{&quot;type&quot;:&quot;FIGURE_OBJECT&quot;,&quot;id&quot;:&quot;24a86048-6c18-4450-a6ec-7b5396542d2a&quot;,&quot;relativeTransform&quot;:{&quot;translate&quot;:{&quot;x&quot;:38.15493058055417,&quot;y&quot;:-15.8409999999999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5&quot;}},&quot;7ccc938d-13d4-4951-bd8d-199850307129&quot;:{&quot;type&quot;:&quot;FIGURE_OBJECT&quot;,&quot;id&quot;:&quot;7ccc938d-13d4-4951-bd8d-199850307129&quot;,&quot;relativeTransform&quot;:{&quot;translate&quot;:{&quot;x&quot;:59.515930580554276,&quot;y&quot;:-12.5049999999999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2]}],&quot;text&quot;:&quot;1-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6&quot;}},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707b8ed7-5cd3-4464-94f0-00fb6e242d85&quot;:{&quot;type&quot;:&quot;FIGURE_OBJECT&quot;,&quot;id&quot;:&quot;707b8ed7-5cd3-4464-94f0-00fb6e242d85&quot;,&quot;relativeTransform&quot;:{&quot;translate&quot;:{&quot;x&quot;:-80.26512677987817,&quot;y&quot;:-55.69633333333329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T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&quot;}},&quot;a59c5401-a996-49dc-a98e-ee802acce316&quot;:{&quot;type&quot;:&quot;FIGURE_OBJECT&quot;,&quot;id&quot;:&quot;a59c5401-a996-49dc-a98e-ee802acce316&quot;,&quot;relativeTransform&quot;:{&quot;translate&quot;:{&quot;x&quot;:-0.5924967040911338,&quot;y&quot;:-55.34933333333331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I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2&quot;}},&quot;82c9cadb-46f5-4bef-8044-99ed5ec2b97b&quot;:{&quot;type&quot;:&quot;FIGURE_OBJECT&quot;,&quot;id&quot;:&quot;82c9cadb-46f5-4bef-8044-99ed5ec2b97b&quot;,&quot;relativeTransform&quot;:{&quot;translate&quot;:{&quot;x&quot;:77.373503295909,&quot;y&quot;:8.02666666666666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P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5&quot;}},&quot;a21799a6-828a-483d-96fd-d484403b0a72&quot;:{&quot;type&quot;:&quot;FIGURE_OBJECT&quot;,&quot;id&quot;:&quot;a21799a6-828a-483d-96fd-d484403b0a72&quot;,&quot;relativeTransform&quot;:{&quot;translate&quot;:{&quot;x&quot;:11.379503295908851,&quot;y&quot;:11.68666666666652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E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&quot;}},&quot;9c204ce2-3e56-4f9d-88d3-5500f7af432a&quot;:{&quot;type&quot;:&quot;FIGURE_OBJECT&quot;,&quot;id&quot;:&quot;9c204ce2-3e56-4f9d-88d3-5500f7af432a&quot;,&quot;relativeTransform&quot;:{&quot;translate&quot;:{&quot;x&quot;:-42.70046926093134,&quot;y&quot;:-92.36633333333324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,&quot;range&quot;:[0,0]}],&quot;text&quot;:&quot;V&quot;,&quot;base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5&quot;}},&quot;9a6b457d-16ad-4e22-a7fd-71a104e8a5a0&quot;:{&quot;type&quot;:&quot;FIGURE_OBJECT&quot;,&quot;id&quot;:&quot;9a6b457d-16ad-4e22-a7fd-71a104e8a5a0&quot;,&quot;relativeTransform&quot;:{&quot;translate&quot;:{&quot;x&quot;:0,&quot;y&quot;:0},&quot;rotate&quot;:0,&quot;skewX&quot;:0,&quot;scale&quot;:{&quot;x&quot;:1,&quot;y&quot;:1}},&quot;path&quot;:{&quot;type&quot;:&quot;RECT&quot;,&quot;size&quot;:{&quot;x&quot;:226.77165354330708,&quot;y&quot;:264.56692913385825}},&quot;pathStyles&quot;:[{&quot;type&quot;:&quot;FILL&quot;,&quot;fillStyle&quot;:&quot;rgba(0,0,0,0)&quot;}],&quot;parent&quot;:{&quot;type&quot;:&quot;FRAME&quot;,&quot;parentId&quot;:&quot;04b6aa6f-31a0-4c7b-be78-12f520f06f49&quot;,&quot;order&quot;:&quot;5&quot;}},&quot;458c93b5-0369-4320-822c-66a80f6429cc&quot;:{&quot;type&quot;:&quot;FIGURE_OBJECT&quot;,&quot;id&quot;:&quot;458c93b5-0369-4320-822c-66a80f6429cc&quot;,&quot;relativeTransform&quot;:{&quot;translate&quot;:{&quot;x&quot;:74.41164468314092,&quot;y&quot;:-51.1599565483303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L&quot;}],&quot;verticalAlign&quot;:&quot;TOP&quot;,&quot;_lastCaretLocation&quot;:{&quot;lineIndex&quot;:0,&quot;runIndex&quot;:-1,&quot;charIndex&quot;:-1,&quot;endOfLine&quot;:true}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7&quot;}},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ec1a832f-7c85-4a30-8718-4f56465cfed3&quot;:{&quot;type&quot;:&quot;FIGURE_OBJECT&quot;,&quot;id&quot;:&quot;ec1a832f-7c85-4a30-8718-4f56465cfed3&quot;,&quot;relativeTransform&quot;:{&quot;translate&quot;:{&quot;x&quot;:47.488362547143886,&quot;y&quot;:-66.41089691648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99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a0f9758-693b-4d52-9088-182a9b5f175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288426fa-6f46-492a-b902-28e01152cfe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a1c6c70-961b-464a-962f-5ab84984cd3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4bb4d4a-a0c7-4ed5-9298-6290b47e86d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d6f7d38-39a3-4597-b305-0d8642dbc2fb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76312f1-7fa9-45d0-9976-e81a9e92f805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832a431-aedd-48e5-a0b4-fbab37677e0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e804b54-45fb-422b-b258-593c973b3aa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96b98d-5694-4cd7-add3-457de281248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dcd8037-107a-4432-8dfd-cc4cf98d3d1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97d5702-462a-4767-aec6-4d3220f0f1a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72a4f6d-3b51-4799-a061-8a6a4bfa2302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c42f2ef0-a18d-4499-838f-cdf6da962ae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b6eee6-4c78-479e-9fa2-95b63f15fe6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e7a1eda-a85f-4386-8a25-3f58e0fa156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e10aaeea-391c-4eaf-ae99-1e87398b658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1d1e211-b335-4517-a829-1ea250a029a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10e58f3-df9f-40c1-b248-f0b043409964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48dc465-06f9-482e-b6ae-13c34906d07d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876b995-f8ba-4be9-9f69-3a4db3e5526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a6a8e401-3f92-46f0-a5db-9ce7e0fe1e7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1cab169-877b-4150-a9dd-193428cf007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0fb3899-836e-4437-a003-5adf8650d65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7c4cb08-0ce6-42f3-8ab8-de6230e3a69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6c734f4-b2be-454d-8742-9fa551a1669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a9a9543-ea86-458e-af1a-218522d7441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fea4203-9a7c-4834-a03e-7a2072ed658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703ec26-016c-409d-8979-563faa83a51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efc908cb5715304cea89b6"/>
  <p:tag name="SLIDEID" val="04b6aa6f-31a0-4c7b-be78-12f520f06f49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16df4484-b135-4da7-9e37-8c3cabc4b2d6&quot;:{&quot;type&quot;:&quot;FIGURE_OBJECT&quot;,&quot;id&quot;:&quot;16df4484-b135-4da7-9e37-8c3cabc4b2d6&quot;,&quot;relativeTransform&quot;:{&quot;translate&quot;:{&quot;x&quot;:-101.71069949523283,&quot;y&quot;:-63.628000000000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normal&quot;,&quot;decoration&quot;:&quot;none&quot;,&quot;script&quot;:&quot;none&quot;},&quot;range&quot;:[0,0]}],&quot;text&quot;:&quot;λ&quot;,&quot;baseStyle&quot;:{&quot;fontFamily&quot;:&quot;Roboto&quot;,&quot;fontSize&quot;:8,&quot;color&quot;:&quot;#232323&quot;,&quot;fontWeight&quot;:&quot;normal&quot;,&quot;fontStyle&quot;:&quot;normal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5&quot;}},&quot;8ace04d5-de67-4e4c-b2ba-c5c27e750ac6&quot;:{&quot;type&quot;:&quot;FIGURE_OBJECT&quot;,&quot;id&quot;:&quot;8ace04d5-de67-4e4c-b2ba-c5c27e750ac6&quot;,&quot;relativeTransform&quot;:{&quot;translate&quot;:{&quot;x&quot;:-29.083039128773134,&quot;y&quot;:-49.634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rgba(192,56,48,1)&quot;,&quot;fontWeight&quot;:&quot;normal&quot;,&quot;fontStyle&quot;:&quot;normal&quot;,&quot;decoration&quot;:&quot;none&quot;,&quot;script&quot;:&quot;none&quot;},&quot;range&quot;:[0,0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1,4]},{&quot;style&quot;:{&quot;fontFamily&quot;:&quot;Roboto&quot;,&quot;fontSize&quot;:8.032128514056225,&quot;color&quot;:&quot;rgba(192,56,48,1)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,&quot;range&quot;:[6,13]}],&quot;text&quot;:&quot;β(E,NE,t-    )&quot;,&quot;baseStyle&quot;:{&quot;fontFamily&quot;:&quot;Roboto&quot;,&quot;fontSize&quot;:8,&quot;color&quot;:&quot;rgba(192,56,48,1)&quot;,&quot;fontWeight&quot;:&quot;normal&quot;,&quot;fontStyle&quot;:&quot;italic&quot;,&quot;decoration&quot;:&quot;none&quot;,&quot;script&quot;:&quot;none&quot;}}],&quot;verticalAlign&quot;:&quot;TOP&quot;,&quot;_lastCaretLocation&quot;:{&quot;lineIndex&quot;:0,&quot;runIndex&quot;:3,&quot;charIndex&quot;:13}},&quot;size&quot;:{&quot;x&quot;:42.733795166015625,&quot;y&quot;:9.04},&quot;targetSize&quot;:{&quot;x&quot;:40.307291666666664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6&quot;}},&quot;2176ff30-de03-4c27-97c5-16dafee282b1&quot;:{&quot;type&quot;:&quot;FIGURE_OBJECT&quot;,&quot;id&quot;:&quot;2176ff30-de03-4c27-97c5-16dafee282b1&quot;,&quot;relativeTransform&quot;:{&quot;translate&quot;:{&quot;x&quot;:-8.108041976285982,&quot;y&quot;:-87.9279999999999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k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57&quot;}},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9eab6601-8b74-4c8f-b4c1-b9f09eb0a96e&quot;:{&quot;type&quot;:&quot;FIGURE_OBJECT&quot;,&quot;id&quot;:&quot;9eab6601-8b74-4c8f-b4c1-b9f09eb0a96e&quot;,&quot;relativeTransform&quot;:{&quot;translate&quot;:{&quot;x&quot;:53.89122491934442,&quot;y&quot;:-45.31615840930301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,&quot;color&quot;:&quot;#232323&quot;,&quot;fontWeight&quot;:&quot;normal&quot;,&quot;fontStyle&quot;:&quot;italic&quot;,&quot;decoration&quot;:&quot;none&quot;,&quot;script&quot;:&quot;sub&quot;},&quot;range&quot;:[1,1]}],&quot;text&quot;:&quot;ta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1&quot;}},&quot;307ef3ee-52b2-4779-af61-4a0bed0a43a9&quot;:{&quot;type&quot;:&quot;FIGURE_OBJECT&quot;,&quot;id&quot;:&quot;307ef3ee-52b2-4779-af61-4a0bed0a43a9&quot;,&quot;relativeTransform&quot;:{&quot;translate&quot;:{&quot;x&quot;:103.6649305805542,&quot;y&quot;:-1.74199999999994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m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2&quot;}},&quot;11eba5a1-5975-47db-9b44-6202b2638f3e&quot;:{&quot;type&quot;:&quot;FIGURE_OBJECT&quot;,&quot;id&quot;:&quot;11eba5a1-5975-47db-9b44-6202b2638f3e&quot;,&quot;relativeTransform&quot;:{&quot;translate&quot;:{&quot;x&quot;:-23.221041976286035,&quot;y&quot;:-73.40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c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5&quot;}},&quot;48a94ac5-9f42-4190-9573-b8bcc4f46d33&quot;:{&quot;type&quot;:&quot;FIGURE_OBJECT&quot;,&quot;id&quot;:&quot;48a94ac5-9f42-4190-9573-b8bcc4f46d33&quot;,&quot;relativeTransform&quot;:{&quot;translate&quot;:{&quot;x&quot;:-61.81469949523272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T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6&quot;}},&quot;fda3229f-ca5f-420b-ab5d-21b7b306ea35&quot;:{&quot;type&quot;:&quot;FIGURE_OBJECT&quot;,&quot;id&quot;:&quot;fda3229f-ca5f-420b-ab5d-21b7b306ea35&quot;,&quot;relativeTransform&quot;:{&quot;translate&quot;:{&quot;x&quot;:20.926930580554128,&quot;y&quot;:-29.01499999999997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I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67&quot;}},&quot;501af07e-06ad-4f09-94eb-faad3224d8d5&quot;:{&quot;type&quot;:&quot;FIGURE_OBJECT&quot;,&quot;id&quot;:&quot;501af07e-06ad-4f09-94eb-faad3224d8d5&quot;,&quot;relativeTransform&quot;:{&quot;translate&quot;:{&quot;x&quot;:84.37993058055434,&quot;y&quot;:26.517999999999933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P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&quot;}},&quot;42c600c0-89ef-4265-b792-0cfe484354a2&quot;:{&quot;type&quot;:&quot;FIGURE_OBJECT&quot;,&quot;id&quot;:&quot;42c600c0-89ef-4265-b792-0cfe484354a2&quot;,&quot;relativeTransform&quot;:{&quot;translate&quot;:{&quot;x&quot;:18.926930580554128,&quot;y&quot;:42.4990000000000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1,1]}],&quot;text&quot;:&quot;dE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1&quot;}},&quot;58cc9bca-8237-4084-91b2-90f6649ebeb0&quot;:{&quot;type&quot;:&quot;FIGURE_OBJECT&quot;,&quot;id&quot;:&quot;58cc9bca-8237-4084-91b2-90f6649ebeb0&quot;,&quot;relativeTransform&quot;:{&quot;translate&quot;:{&quot;x&quot;:66.75050253789355,&quot;y&quot;:-31.319000000000056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4]},{&quot;style&quot;:{&quot;fontFamily&quot;:&quot;Roboto&quot;,&quot;fontSize&quot;:8.032128514056225,&quot;color&quot;:&quot;#232323&quot;,&quot;fontWeight&quot;:&quot;normal&quot;,&quot;fontStyle&quot;:&quot;italic&quot;,&quot;decoration&quot;:&quot;none&quot;,&quot;script&quot;:&quot;sub&quot;},&quot;range&quot;:[5,5]},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6,6]}],&quot;text&quot;:&quot;p(V,NP)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35.484375,&quot;y&quot;:9.04},&quot;targetSize&quot;:{&quot;x&quot;:35.484375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2&quot;}},&quot;24a86048-6c18-4450-a6ec-7b5396542d2a&quot;:{&quot;type&quot;:&quot;FIGURE_OBJECT&quot;,&quot;id&quot;:&quot;24a86048-6c18-4450-a6ec-7b5396542d2a&quot;,&quot;relativeTransform&quot;:{&quot;translate&quot;:{&quot;x&quot;:38.15493058055417,&quot;y&quot;:-15.84099999999999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5&quot;}},&quot;7ccc938d-13d4-4951-bd8d-199850307129&quot;:{&quot;type&quot;:&quot;FIGURE_OBJECT&quot;,&quot;id&quot;:&quot;7ccc938d-13d4-4951-bd8d-199850307129&quot;,&quot;relativeTransform&quot;:{&quot;translate&quot;:{&quot;x&quot;:59.515930580554276,&quot;y&quot;:-12.504999999999978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2]}],&quot;text&quot;:&quot;1-f&quot;,&quot;baseStyle&quot;:{&quot;fontFamily&quot;:&quot;Roboto&quot;,&quot;fontSize&quot;:8,&quot;color&quot;:&quot;#232323&quot;,&quot;fontWeight&quot;:&quot;normal&quot;,&quot;fontStyle&quot;:&quot;italic&quot;,&quot;decoration&quot;:&quot;none&quot;,&quot;script&quot;:&quot;none&quot;}}],&quot;verticalAlign&quot;:&quot;TOP&quot;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76&quot;}},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707b8ed7-5cd3-4464-94f0-00fb6e242d85&quot;:{&quot;type&quot;:&quot;FIGURE_OBJECT&quot;,&quot;id&quot;:&quot;707b8ed7-5cd3-4464-94f0-00fb6e242d85&quot;,&quot;relativeTransform&quot;:{&quot;translate&quot;:{&quot;x&quot;:-80.26512677987817,&quot;y&quot;:-55.69633333333329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T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&quot;}},&quot;a59c5401-a996-49dc-a98e-ee802acce316&quot;:{&quot;type&quot;:&quot;FIGURE_OBJECT&quot;,&quot;id&quot;:&quot;a59c5401-a996-49dc-a98e-ee802acce316&quot;,&quot;relativeTransform&quot;:{&quot;translate&quot;:{&quot;x&quot;:-0.5924967040911338,&quot;y&quot;:-55.34933333333331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I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2&quot;}},&quot;82c9cadb-46f5-4bef-8044-99ed5ec2b97b&quot;:{&quot;type&quot;:&quot;FIGURE_OBJECT&quot;,&quot;id&quot;:&quot;82c9cadb-46f5-4bef-8044-99ed5ec2b97b&quot;,&quot;relativeTransform&quot;:{&quot;translate&quot;:{&quot;x&quot;:77.373503295909,&quot;y&quot;:8.02666666666666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P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85&quot;}},&quot;a21799a6-828a-483d-96fd-d484403b0a72&quot;:{&quot;type&quot;:&quot;FIGURE_OBJECT&quot;,&quot;id&quot;:&quot;a21799a6-828a-483d-96fd-d484403b0a72&quot;,&quot;relativeTransform&quot;:{&quot;translate&quot;:{&quot;x&quot;:11.379503295908851,&quot;y&quot;:11.68666666666652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E&quot;,&quot;base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&quot;}},&quot;9c204ce2-3e56-4f9d-88d3-5500f7af432a&quot;:{&quot;type&quot;:&quot;FIGURE_OBJECT&quot;,&quot;id&quot;:&quot;9c204ce2-3e56-4f9d-88d3-5500f7af432a&quot;,&quot;relativeTransform&quot;:{&quot;translate&quot;:{&quot;x&quot;:-42.70046926093134,&quot;y&quot;:-92.36633333333324},&quot;rotate&quot;:0,&quot;skewX&quot;:0,&quot;scale&quot;:{&quot;x&quot;:1,&quot;y&quot;:1}},&quot;opacity&quot;:1,&quot;pathStyles&quot;:[{&quot;type&quot;:&quot;FILL&quot;,&quot;fillStyle&quot;:&quot;rgba(23,23,23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,&quot;range&quot;:[0,0]}],&quot;text&quot;:&quot;V&quot;,&quot;baseStyle&quot;:{&quot;fontFamily&quot;:&quot;Liberation Serif&quot;,&quot;fontSize&quot;:10.666666666666666,&quot;color&quot;:&quot;rgba(23,23,23,1)&quot;,&quot;fontWeight&quot;:&quot;bold&quot;,&quot;fontStyle&quot;:&quot;normal&quot;,&quot;decoration&quot;:&quot;none&quot;,&quot;script&quot;:&quot;none&quot;}}],&quot;verticalAlign&quot;:&quot;TOP&quot;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5&quot;}},&quot;9a6b457d-16ad-4e22-a7fd-71a104e8a5a0&quot;:{&quot;type&quot;:&quot;FIGURE_OBJECT&quot;,&quot;id&quot;:&quot;9a6b457d-16ad-4e22-a7fd-71a104e8a5a0&quot;,&quot;relativeTransform&quot;:{&quot;translate&quot;:{&quot;x&quot;:0,&quot;y&quot;:0},&quot;rotate&quot;:0,&quot;skewX&quot;:0,&quot;scale&quot;:{&quot;x&quot;:1,&quot;y&quot;:1}},&quot;path&quot;:{&quot;type&quot;:&quot;RECT&quot;,&quot;size&quot;:{&quot;x&quot;:226.77165354330708,&quot;y&quot;:264.56692913385825}},&quot;pathStyles&quot;:[{&quot;type&quot;:&quot;FILL&quot;,&quot;fillStyle&quot;:&quot;rgba(0,0,0,0)&quot;}],&quot;parent&quot;:{&quot;type&quot;:&quot;FRAME&quot;,&quot;parentId&quot;:&quot;04b6aa6f-31a0-4c7b-be78-12f520f06f49&quot;,&quot;order&quot;:&quot;5&quot;}},&quot;458c93b5-0369-4320-822c-66a80f6429cc&quot;:{&quot;type&quot;:&quot;FIGURE_OBJECT&quot;,&quot;id&quot;:&quot;458c93b5-0369-4320-822c-66a80f6429cc&quot;,&quot;relativeTransform&quot;:{&quot;translate&quot;:{&quot;x&quot;:74.41164468314092,&quot;y&quot;:-51.15995654833036},&quot;rotate&quot;:0,&quot;skewX&quot;:0,&quot;scale&quot;:{&quot;x&quot;:1,&quot;y&quot;:1}},&quot;opacity&quot;:1,&quot;pathStyles&quot;:[{&quot;type&quot;:&quot;FILL&quot;,&quot;fillStyle&quot;:&quot;rgba(254,254,254,1)&quot;}],&quot;text&quot;:{&quot;textData&quot;:{&quot;lineSpacing&quot;:&quot;normal&quot;,&quot;alignment&quot;:&quot;center&quot;,&quot;lines&quot;:[{&quot;runs&quot;:[{&quot;style&quot;:{&quot;fontFamily&quot;:&quot;Liberation Serif&quot;,&quot;fontSize&quot;:10.666666666666666,&quot;color&quot;:&quot;rgba(254,254,254,1)&quot;,&quot;fontWeight&quot;:&quot;bold&quot;,&quot;fontStyle&quot;:&quot;normal&quot;,&quot;decoration&quot;:&quot;none&quot;,&quot;script&quot;:&quot;none&quot;},&quot;range&quot;:[0,0]}],&quot;text&quot;:&quot;L&quot;}],&quot;verticalAlign&quot;:&quot;TOP&quot;,&quot;_lastCaretLocation&quot;:{&quot;lineIndex&quot;:0,&quot;runIndex&quot;:-1,&quot;charIndex&quot;:-1,&quot;endOfLine&quot;:true}},&quot;size&quot;:{&quot;x&quot;:20.02437651603078,&quot;y&quot;:12.053333333333331},&quot;targetSize&quot;:{&quot;x&quot;:20.02437651603078,&quot;y&quot;:12.053333333333331},&quot;format&quot;:&quot;BETTER_TEXT&quot;,&quot;verticalAlign&quot;:&quot;TOP&quot;},&quot;isLocked&quot;:false,&quot;parent&quot;:{&quot;type&quot;:&quot;CHILD&quot;,&quot;parentId&quot;:&quot;04b6aa6f-31a0-4c7b-be78-12f520f06f49&quot;,&quot;order&quot;:&quot;97&quot;}},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ec1a832f-7c85-4a30-8718-4f56465cfed3&quot;:{&quot;type&quot;:&quot;FIGURE_OBJECT&quot;,&quot;id&quot;:&quot;ec1a832f-7c85-4a30-8718-4f56465cfed3&quot;,&quot;relativeTransform&quot;:{&quot;translate&quot;:{&quot;x&quot;:47.488362547143886,&quot;y&quot;:-66.410896916484},&quot;rotate&quot;:0,&quot;skewX&quot;:0,&quot;scale&quot;:{&quot;x&quot;:1,&quot;y&quot;:1}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,&quot;color&quot;:&quot;#232323&quot;,&quot;fontWeight&quot;:&quot;normal&quot;,&quot;fontStyle&quot;:&quot;italic&quot;,&quot;decoration&quot;:&quot;none&quot;,&quot;script&quot;:&quot;none&quot;},&quot;range&quot;:[0,0]}],&quot;text&quot;:&quot;a&quot;}],&quot;verticalAlign&quot;:&quot;TOP&quot;,&quot;_lastCaretLocation&quot;:{&quot;lineIndex&quot;:0,&quot;runIndex&quot;:-1,&quot;charIndex&quot;:-1,&quot;endOfLine&quot;:true}},&quot;size&quot;:{&quot;x&quot;:21.015231085321513,&quot;y&quot;:9.04},&quot;targetSize&quot;:{&quot;x&quot;:21.015231085321513,&quot;y&quot;:9.04},&quot;format&quot;:&quot;BETTER_TEXT&quot;,&quot;verticalAlign&quot;:&quot;TOP&quot;},&quot;isLocked&quot;:false,&quot;parent&quot;:{&quot;type&quot;:&quot;CHILD&quot;,&quot;parentId&quot;:&quot;04b6aa6f-31a0-4c7b-be78-12f520f06f49&quot;,&quot;order&quot;:&quot;99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a0f9758-693b-4d52-9088-182a9b5f175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a0f9758-693b-4d52-9088-182a9b5f1757&quot;:{&quot;type&quot;:&quot;FIGURE_OBJECT&quot;,&quot;id&quot;:&quot;fa0f9758-693b-4d52-9088-182a9b5f1757&quot;,&quot;relativeTransform&quot;:{&quot;translate&quot;:{&quot;x&quot;:-101.21033926909364,&quot;y&quot;:-56.467454586092686},&quot;rotate&quot;:0,&quot;skewX&quot;:0,&quot;scale&quot;:{&quot;x&quot;:1,&quot;y&quot;:1}},&quot;opacity&quot;:1,&quot;path&quot;:{&quot;type&quot;:&quot;POLY_LINE&quot;,&quot;points&quot;:[{&quot;x&quot;:-10.502975768799956,&quot;y&quot;:0},{&quot;x&quot;:10.50297576880007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288426fa-6f46-492a-b902-28e01152cfe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288426fa-6f46-492a-b902-28e01152cfe3&quot;:{&quot;type&quot;:&quot;FIGURE_OBJECT&quot;,&quot;id&quot;:&quot;288426fa-6f46-492a-b902-28e01152cfe3&quot;,&quot;name&quot;:&quot;Stem cell (hematopoietic)&quot;,&quot;relativeTransform&quot;:{&quot;translate&quot;:{&quot;x&quot;:74.67248732370832,&quot;y&quot;:-59.34713234633817},&quot;rotate&quot;:0,&quot;skewX&quot;:0,&quot;scale&quot;:{&quot;x&quot;:0.0575463378734887,&quot;y&quot;:0.0575463378734887}},&quot;opacity&quot;:1,&quot;image&quot;:{&quot;url&quot;:&quot;https://icons.biorender.com/biorender/5be31cc96f3d0b12005a9ca4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a1c6c70-961b-464a-962f-5ab84984cd3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a1c6c70-961b-464a-962f-5ab84984cd3e&quot;:{&quot;type&quot;:&quot;FIGURE_OBJECT&quot;,&quot;id&quot;:&quot;1a1c6c70-961b-464a-962f-5ab84984cd3e&quot;,&quot;name&quot;:&quot;T-cell&quot;,&quot;relativeTransform&quot;:{&quot;translate&quot;:{&quot;x&quot;:-68.1294181791128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14bb4d4a-a0c7-4ed5-9298-6290b47e86d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14bb4d4a-a0c7-4ed5-9298-6290b47e86d6&quot;:{&quot;type&quot;:&quot;FIGURE_OBJECT&quot;,&quot;id&quot;:&quot;14bb4d4a-a0c7-4ed5-9298-6290b47e86d6&quot;,&quot;name&quot;:&quot;T-cell&quot;,&quot;relativeTransform&quot;:{&quot;translate&quot;:{&quot;x&quot;:12.762907785639692,&quot;y&quot;:-55.60714422874835},&quot;rotate&quot;:0,&quot;skewX&quot;:0,&quot;scale&quot;:{&quot;x&quot;:0.2687396314554266,&quot;y&quot;:0.2687396314554266}},&quot;opacity&quot;:1,&quot;image&quot;:{&quot;url&quot;:&quot;https://icons.biorender.com/biorender/5d8a294d977db30004d0ce2d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d6f7d38-39a3-4597-b305-0d8642dbc2fb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d6f7d38-39a3-4597-b305-0d8642dbc2fb&quot;:{&quot;type&quot;:&quot;FIGURE_OBJECT&quot;,&quot;id&quot;:&quot;0d6f7d38-39a3-4597-b305-0d8642dbc2fb&quot;,&quot;relativeTransform&quot;:{&quot;translate&quot;:{&quot;x&quot;:4.150315037892902,&quot;y&quot;:11.0325454139072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6&quot;}},&quot;6fa71bee-ffac-46bb-8ef4-8e7ce849a4c8&quot;:{&quot;type&quot;:&quot;FIGURE_OBJECT&quot;,&quot;id&quot;:&quot;6fa71bee-ffac-46bb-8ef4-8e7ce849a4c8&quot;,&quot;name&quot;:&quot;T-cell&quot;,&quot;relativeTransform&quot;:{&quot;translate&quot;:{&quot;x&quot;:0.3119725496105623,&quot;y&quot;:-0.12685726317057444},&quot;rotate&quot;:0,&quot;skewX&quot;:0,&quot;scale&quot;:{&quot;x&quot;:0.2424211863090582,&quot;y&quot;:0.2424211863090582}},&quot;opacity&quot;:1,&quot;image&quot;:{&quot;url&quot;:&quot;https://icons.biorender.com/biorender/5d8a294d977db30004d0ce2a/lymphocyte-t-cell-1.png&quot;,&quot;size&quot;:{&quot;x&quot;:154,&quot;y&quot;:154},&quot;isPremium&quot;:false},&quot;source&quot;:{&quot;id&quot;:&quot;5be1c5ed779980120020cbbe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1&quot;}},&quot;dde7720a-1432-4954-8e38-9acd37df52e9&quot;:{&quot;type&quot;:&quot;FIGURE_OBJECT&quot;,&quot;id&quot;:&quot;dde7720a-1432-4954-8e38-9acd37df52e9&quot;,&quot;name&quot;:&quot;T cell receptor (TCR)&quot;,&quot;relativeTransform&quot;:{&quot;translate&quot;:{&quot;x&quot;:-0.8852936010236063,&quot;y&quot;:-18.68175793088635},&quot;rotate&quot;:0,&quot;skewX&quot;:0,&quot;scale&quot;:{&quot;x&quot;:0.0661215623963933,&quot;y&quot;:0.0661215623963932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2&quot;}},&quot;78fe3484-d96e-4893-8e20-25d8ef751870&quot;:{&quot;type&quot;:&quot;FIGURE_OBJECT&quot;,&quot;id&quot;:&quot;78fe3484-d96e-4893-8e20-25d8ef751870&quot;,&quot;name&quot;:&quot;T cell receptor (TCR)&quot;,&quot;relativeTransform&quot;:{&quot;translate&quot;:{&quot;x&quot;:-1.2974534754998883,&quot;y&quot;:18.79207397509158},&quot;rotate&quot;:0,&quot;skewX&quot;:0,&quot;scale&quot;:{&quot;x&quot;:0.0652390340427497,&quot;y&quot;:-0.0652390340427497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3&quot;}},&quot;79ad385e-20f7-40d7-8174-ab1252db91c0&quot;:{&quot;type&quot;:&quot;FIGURE_OBJECT&quot;,&quot;id&quot;:&quot;79ad385e-20f7-40d7-8174-ab1252db91c0&quot;,&quot;name&quot;:&quot;T cell receptor (TCR)&quot;,&quot;relativeTransform&quot;:{&quot;translate&quot;:{&quot;x&quot;:16.75570208020622,&quot;y&quot;:11.95709645647959},&quot;rotate&quot;:-1.0370071059922472,&quot;skewX&quot;:-2.3038346126325146e-16,&quot;scale&quot;:{&quot;x&quot;:0.0613637741540065,&quot;y&quot;:-0.0613637741540065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5&quot;}},&quot;1f28497b-f730-4008-8a67-5ae76742bea6&quot;:{&quot;type&quot;:&quot;FIGURE_OBJECT&quot;,&quot;id&quot;:&quot;1f28497b-f730-4008-8a67-5ae76742bea6&quot;,&quot;name&quot;:&quot;T cell receptor (TCR)&quot;,&quot;relativeTransform&quot;:{&quot;translate&quot;:{&quot;x&quot;:-16.644707784699733,&quot;y&quot;:9.715382074685863},&quot;rotate&quot;:-2.104585547597546,&quot;skewX&quot;:-5.061454830783556e-16,&quot;scale&quot;:{&quot;x&quot;:0.0621305387747826,&quot;y&quot;:0.0621305387747826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6&quot;}},&quot;51018087-a224-4b7a-a519-633ccb0d4ab0&quot;:{&quot;type&quot;:&quot;FIGURE_OBJECT&quot;,&quot;id&quot;:&quot;51018087-a224-4b7a-a519-633ccb0d4ab0&quot;,&quot;name&quot;:&quot;T cell receptor (TCR)&quot;,&quot;relativeTransform&quot;:{&quot;translate&quot;:{&quot;x&quot;:17.321252694012962,&quot;y&quot;:-10.962832032887846},&quot;rotate&quot;:1.0370071059922465,&quot;skewX&quot;:0,&quot;scale&quot;:{&quot;x&quot;:0.0689416604822267,&quot;y&quot;:0.0689416604822267}},&quot;opacity&quot;:1,&quot;image&quot;:{&quot;url&quot;:&quot;/api/legacy-url/tr7ui1snneahevcecp6v/1570455670/svg&quot;,&quot;size&quot;:{&quot;x&quot;:88,&quot;y&quot;:250},&quot;isPremium&quot;:false,&quot;isSignedURL&quot;:true},&quot;source&quot;:{&quot;id&quot;:&quot;5d9b3f39dd52690004bb5493&quot;,&quot;type&quot;:&quot;UNKNOWN&quot;,&quot;version&quot;:&quot;1570455670&quot;,&quot;legacyId&quot;:&quot;tr7ui1snneahevcecp6v&quot;,&quot;format&quot;:&quot;svg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7&quot;}},&quot;61c8c969-1a7e-4bcc-a21c-bd31bf0c6240&quot;:{&quot;type&quot;:&quot;FIGURE_OBJECT&quot;,&quot;id&quot;:&quot;61c8c969-1a7e-4bcc-a21c-bd31bf0c6240&quot;,&quot;name&quot;:&quot;T cell receptor (TCR)&quot;,&quot;relativeTransform&quot;:{&quot;translate&quot;:{&quot;x&quot;:-17.61381825840124,&quot;y&quot;:-9.229769614009845},&quot;rotate&quot;:2.1045855475975466,&quot;skewX&quot;:3.8920842319473546e-16,&quot;scale&quot;:{&quot;x&quot;:0.0666911184362663,&quot;y&quot;:-0.0666911184362664}},&quot;opacity&quot;:1,&quot;image&quot;:{&quot;url&quot;:&quot;https://icons.biorender.com/biorender/5d9b3f39dd52690004bb5493/20191007134110/image/t-cell-receptor.png&quot;,&quot;size&quot;:{&quot;x&quot;:88,&quot;y&quot;:250},&quot;isPremium&quot;:false},&quot;source&quot;:{&quot;id&quot;:&quot;5d9b3f39dd52690004bb5493&quot;,&quot;type&quot;:&quot;ASSETS&quot;},&quot;pathStyles&quot;:[{&quot;type&quot;:&quot;FILL&quot;,&quot;fillStyle&quot;:&quot;rgb(0,0,0)&quot;}],&quot;isLocked&quot;:false,&quot;parent&quot;:{&quot;type&quot;:&quot;CHILD&quot;,&quot;parentId&quot;:&quot;0d6f7d38-39a3-4597-b305-0d8642dbc2fb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76312f1-7fa9-45d0-9976-e81a9e92f805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76312f1-7fa9-45d0-9976-e81a9e92f805&quot;:{&quot;type&quot;:&quot;FIGURE_OBJECT&quot;,&quot;id&quot;:&quot;876312f1-7fa9-45d0-9976-e81a9e92f805&quot;,&quot;name&quot;:&quot;Lymphocyte (B-cell, with antibodies)&quot;,&quot;relativeTransform&quot;:{&quot;translate&quot;:{&quot;x&quot;:25.230111897938485,&quot;y&quot;:10.877659394450689},&quot;rotate&quot;:0,&quot;skewX&quot;:0,&quot;scale&quot;:{&quot;x&quot;:1.0333278524933518,&quot;y&quot;:1.0333278524933518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07&quot;}},&quot;72e89f1b-fb3d-46be-a3a5-5d1c755890c4&quot;:{&quot;type&quot;:&quot;FIGURE_OBJECT&quot;,&quot;id&quot;:&quot;72e89f1b-fb3d-46be-a3a5-5d1c755890c4&quot;,&quot;name&quot;:&quot;B-cell&quot;,&quot;relativeTransform&quot;:{&quot;translate&quot;:{&quot;x&quot;:-0.550257629908824,&quot;y&quot;:-0.253333238293024},&quot;rotate&quot;:0,&quot;skewX&quot;:0,&quot;scale&quot;:{&quot;x&quot;:0.2111110319108605,&quot;y&quot;:0.2111110319108606}},&quot;opacity&quot;:1,&quot;image&quot;:{&quot;url&quot;:&quot;https://icons.biorender.com/biorender/5d8a2bc2977db30004d0ce75/lymphocyte-b-cell-1.png&quot;,&quot;size&quot;:{&quot;x&quot;:154,&quot;y&quot;:154},&quot;isPremium&quot;:false},&quot;source&quot;:{&quot;id&quot;:&quot;5be1c4badf7f0b120034ba5b&quot;,&quot;type&quot;:&quot;ASSETS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1&quot;}},&quot;17ef2fb8-202d-42cf-8380-d24cc28408aa&quot;:{&quot;type&quot;:&quot;FIGURE_OBJECT&quot;,&quot;id&quot;:&quot;17ef2fb8-202d-42cf-8380-d24cc28408aa&quot;,&quot;name&quot;:&quot;Antibody (membrane-bound)&quot;,&quot;relativeTransform&quot;:{&quot;translate&quot;:{&quot;x&quot;:1.4601689662885016,&quot;y&quot;:-19.811958379326988},&quot;rotate&quot;:0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2&quot;}},&quot;ba96c701-90b6-4ebd-a687-580ff38632fb&quot;:{&quot;type&quot;:&quot;FIGURE_OBJECT&quot;,&quot;id&quot;:&quot;ba96c701-90b6-4ebd-a687-580ff38632fb&quot;,&quot;name&quot;:&quot;Antibody (membrane-bound)&quot;,&quot;relativeTransform&quot;:{&quot;translate&quot;:{&quot;x&quot;:17.37606798753494,&quot;y&quot;:-9.254894171066649},&quot;rotate&quot;:1.023112007519076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3&quot;}},&quot;0135405e-7640-48c5-81d7-3bca8c49fb79&quot;:{&quot;type&quot;:&quot;FIGURE_OBJECT&quot;,&quot;id&quot;:&quot;0135405e-7640-48c5-81d7-3bca8c49fb79&quot;,&quot;name&quot;:&quot;Antibody (membrane-bound)&quot;,&quot;relativeTransform&quot;:{&quot;translate&quot;:{&quot;x&quot;:15.100188238976168,&quot;y&quot;:12.668364972609636},&quot;rotate&quot;:2.2080160366980266,&quot;skewX&quot;:-2.426007660272118e-16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5&quot;}},&quot;fe992898-3c7a-458f-8069-6cb728fda7d3&quot;:{&quot;type&quot;:&quot;FIGURE_OBJECT&quot;,&quot;id&quot;:&quot;fe992898-3c7a-458f-8069-6cb728fda7d3&quot;,&quot;name&quot;:&quot;Antibody (membrane-bound)&quot;,&quot;relativeTransform&quot;:{&quot;translate&quot;:{&quot;x&quot;:0.81059656040873,&quot;y&quot;:19.811958379326875},&quot;rotate&quot;:3.141592653589793,&quot;skewX&quot;:0,&quot;scale&quot;:{&quot;x&quot;:0.0422222063821721,&quot;y&quot;: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6&quot;}},&quot;56be51c1-dbd5-4e6f-a628-89f29372d92d&quot;:{&quot;type&quot;:&quot;FIGURE_OBJECT&quot;,&quot;id&quot;:&quot;56be51c1-dbd5-4e6f-a628-89f29372d92d&quot;,&quot;name&quot;:&quot;Antibody (membrane-bound)&quot;,&quot;relativeTransform&quot;:{&quot;translate&quot;:{&quot;x&quot;:-17.376067987535023,&quot;y&quot;:-9.25489446820495},&quot;rotate&quot;:2.1184806460707173,&quot;skewX&quot;:6.108652381980153e-17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7&quot;}},&quot;c72ed26e-6181-47b2-877f-bf06e0750649&quot;:{&quot;type&quot;:&quot;FIGURE_OBJECT&quot;,&quot;id&quot;:&quot;c72ed26e-6181-47b2-877f-bf06e0750649&quot;,&quot;name&quot;:&quot;Antibody (membrane-bound)&quot;,&quot;relativeTransform&quot;:{&quot;translate&quot;:{&quot;x&quot;:-16.405104185699972,&quot;y&quot;:12.34238014183602},&quot;rotate&quot;:0.9335766168917671,&quot;skewX&quot;:-8.517206749732328e-16,&quot;scale&quot;:{&quot;x&quot;:0.0422222063821721,&quot;y&quot;:-0.04547006841157}},&quot;opacity&quot;:1,&quot;image&quot;:{&quot;url&quot;:&quot;https://icons.cdn.biorender.com/biorender/5b43adeb813b770014a88b5a/5b43ad65813b770014a88b4e.png&quot;,&quot;size&quot;:{&quot;x&quot;:182,&quot;y&quot;:269},&quot;isPremium&quot;:false},&quot;source&quot;:{&quot;type&quot;:&quot;ASSETS&quot;,&quot;id&quot;:&quot;5b43adeb813b770014a88b5a&quot;},&quot;pathStyles&quot;:[{&quot;type&quot;:&quot;FILL&quot;,&quot;fillStyle&quot;:&quot;rgb(0,0,0)&quot;}],&quot;isLocked&quot;:false,&quot;parent&quot;:{&quot;type&quot;:&quot;CHILD&quot;,&quot;parentId&quot;:&quot;876312f1-7fa9-45d0-9976-e81a9e92f805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832a431-aedd-48e5-a0b4-fbab37677e0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832a431-aedd-48e5-a0b4-fbab37677e06&quot;:{&quot;type&quot;:&quot;FIGURE_OBJECT&quot;,&quot;id&quot;:&quot;8832a431-aedd-48e5-a0b4-fbab37677e06&quot;,&quot;name&quot;:&quot;HIV (genome 1)&quot;,&quot;relativeTransform&quot;:{&quot;translate&quot;:{&quot;x&quot;:74.67276063688507,&quot;y&quot;:-59.34680060058571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e804b54-45fb-422b-b258-593c973b3aa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e804b54-45fb-422b-b258-593c973b3aa3&quot;:{&quot;type&quot;:&quot;FIGURE_OBJECT&quot;,&quot;id&quot;:&quot;fe804b54-45fb-422b-b258-593c973b3aa3&quot;,&quot;name&quot;:&quot;Virus (round 2)&quot;,&quot;relativeTransform&quot;:{&quot;translate&quot;:{&quot;x&quot;:4.537716652569866,&quot;y&quot;:-63.511530347851235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96b98d-5694-4cd7-add3-457de281248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96b98d-5694-4cd7-add3-457de281248a&quot;:{&quot;type&quot;:&quot;FIGURE_OBJECT&quot;,&quot;id&quot;:&quot;4496b98d-5694-4cd7-add3-457de281248a&quot;,&quot;name&quot;:&quot;Virus (round 2)&quot;,&quot;relativeTransform&quot;:{&quot;translate&quot;:{&quot;x&quot;:14.8199286386906,&quot;y&quot;:-68.30989594137428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dcd8037-107a-4432-8dfd-cc4cf98d3d1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dcd8037-107a-4432-8dfd-cc4cf98d3d1f&quot;:{&quot;type&quot;:&quot;FIGURE_OBJECT&quot;,&quot;id&quot;:&quot;8dcd8037-107a-4432-8dfd-cc4cf98d3d1f&quot;,&quot;name&quot;:&quot;Virus (round 2)&quot;,&quot;relativeTransform&quot;:{&quot;translate&quot;:{&quot;x&quot;:8.650601447018387,&quot;y&quot;:-71.05181913767306},&quot;rotate&quot;:0,&quot;skewX&quot;:0,&quot;scale&quot;:{&quot;x&quot;:0.0903741294160818,&quot;y&quot;:0.0903741294160818}},&quot;opacity&quot;:1,&quot;image&quot;:{&quot;url&quot;:&quot;https://icons.biorender.com/biorender/5a32c43541f3060014913ac5/20180308183409/image/virus-round-2.png&quot;,&quot;size&quot;:{&quot;x&quot;:96,&quot;y&quot;:96},&quot;isPremium&quot;:false},&quot;source&quot;:{&quot;id&quot;:&quot;5a32c43541f3060014913ac5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97d5702-462a-4767-aec6-4d3220f0f1af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97d5702-462a-4767-aec6-4d3220f0f1af&quot;:{&quot;type&quot;:&quot;FIGURE_OBJECT&quot;,&quot;id&quot;:&quot;397d5702-462a-4767-aec6-4d3220f0f1af&quot;,&quot;name&quot;:&quot;HIV (genome 1)&quot;,&quot;relativeTransform&quot;:{&quot;translate&quot;:{&quot;x&quot;:15.320760636884968,&quot;y&quot;:-53.87717738558866},&quot;rotate&quot;:-1.5707963267948966,&quot;skewX&quot;:0,&quot;scale&quot;:{&quot;x&quot;:0.0780115647919339,&quot;y&quot;:0.0780115647919339}},&quot;opacity&quot;:1,&quot;image&quot;:{&quot;url&quot;:&quot;https://icons.biorender.com/biorender/5cf1809048bc020400d6b414/hiv-genome-1.png&quot;,&quot;size&quot;:{&quot;x&quot;:125,&quot;y&quot;:250},&quot;isPremium&quot;:false},&quot;source&quot;:{&quot;id&quot;:&quot;5cf1805348bc020400d6b40b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72a4f6d-3b51-4799-a061-8a6a4bfa2302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72a4f6d-3b51-4799-a061-8a6a4bfa2302&quot;:{&quot;type&quot;:&quot;FIGURE_OBJECT&quot;,&quot;id&quot;:&quot;d72a4f6d-3b51-4799-a061-8a6a4bfa2302&quot;,&quot;name&quot;:&quot;Stem cell (hematopoietic)&quot;,&quot;relativeTransform&quot;:{&quot;translate&quot;:{&quot;x&quot;:77.87363087323605,&quot;y&quot;:7.0151904902952325},&quot;rotate&quot;:0,&quot;skewX&quot;:0,&quot;scale&quot;:{&quot;x&quot;:0.0606584820906398,&quot;y&quot;:0.0606584820906398}},&quot;opacity&quot;:1,&quot;image&quot;:{&quot;url&quot;:&quot;https://icons.biorender.com/biorender/5b4df95d4f626900144a414e/20181107171134/image/stem-cell-hematopoietic.png&quot;,&quot;size&quot;:{&quot;x&quot;:493,&quot;y&quot;:494},&quot;isPremium&quot;:false},&quot;source&quot;:{&quot;id&quot;:&quot;5b4df95d4f626900144a414e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1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c42f2ef0-a18d-4499-838f-cdf6da962ae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c42f2ef0-a18d-4499-838f-cdf6da962ae8&quot;:{&quot;type&quot;:&quot;FIGURE_OBJECT&quot;,&quot;id&quot;:&quot;c42f2ef0-a18d-4499-838f-cdf6da962ae8&quot;,&quot;relativeTransform&quot;:{&quot;translate&quot;:{&quot;x&quot;:-29.09182525011157,&quot;y&quot;:-80.51494043929279},&quot;rotate&quot;:0,&quot;skewX&quot;:0,&quot;scale&quot;:{&quot;x&quot;:1,&quot;y&quot;:1}},&quot;opacity&quot;:1,&quot;path&quot;:{&quot;type&quot;:&quot;POLY_LINE&quot;,&quot;points&quot;:[{&quot;x&quot;:26.468677044743302,&quot;y&quot;:7.943166595227353},{&quot;x&quot;:0.2627767423339851,&quot;y&quot;:-7.943166595227353},{&quot;x&quot;:-26.468677044743433,&quot;y&quot;:7.943166595227353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4b6eee6-4c78-479e-9fa2-95b63f15fe6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4b6eee6-4c78-479e-9fa2-95b63f15fe6c&quot;:{&quot;type&quot;:&quot;FIGURE_OBJECT&quot;,&quot;id&quot;:&quot;44b6eee6-4c78-479e-9fa2-95b63f15fe6c&quot;,&quot;relativeTransform&quot;:{&quot;translate&quot;:{&quot;x&quot;:46.07630292229357,&quot;y&quot;:-61.39129445552365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e7a1eda-a85f-4386-8a25-3f58e0fa156a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e7a1eda-a85f-4386-8a25-3f58e0fa156a&quot;:{&quot;type&quot;:&quot;FIGURE_OBJECT&quot;,&quot;id&quot;:&quot;6e7a1eda-a85f-4386-8a25-3f58e0fa156a&quot;,&quot;relativeTransform&quot;:{&quot;translate&quot;:{&quot;x&quot;:103.82182715349346,&quot;y&quot;:6.502499999999827},&quot;rotate&quot;:0,&quot;skewX&quot;:0,&quot;scale&quot;:{&quot;x&quot;:1,&quot;y&quot;:1}},&quot;opacity&quot;:1,&quot;path&quot;:{&quot;type&quot;:&quot;POLY_LINE&quot;,&quot;points&quot;:[{&quot;x&quot;:7.968366514805211,&quot;y&quot;:0},{&quot;x&quot;:-7.968366514804984,&quot;y&quot;:0}],&quot;closed&quot;:false},&quot;pathStyles&quot;:[{&quot;type&quot;:&quot;FILL&quot;,&quot;fillStyle&quot;:&quot;transparent&quot;},{&quot;type&quot;:&quot;STROKE&quot;,&quot;strokeStyle&quot;:&quot;#232323&quot;,&quot;lineWidth&quot;:1.1284461152882206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e10aaeea-391c-4eaf-ae99-1e87398b6583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e10aaeea-391c-4eaf-ae99-1e87398b6583&quot;:{&quot;type&quot;:&quot;FIGURE_OBJECT&quot;,&quot;id&quot;:&quot;e10aaeea-391c-4eaf-ae99-1e87398b6583&quot;,&quot;relativeTransform&quot;:{&quot;translate&quot;:{&quot;x&quot;:-68.62931503789353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1d1e211-b335-4517-a829-1ea250a029a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1d1e211-b335-4517-a829-1ea250a029a0&quot;:{&quot;type&quot;:&quot;FIGURE_OBJECT&quot;,&quot;id&quot;:&quot;51d1e211-b335-4517-a829-1ea250a029a0&quot;,&quot;relativeTransform&quot;:{&quot;translate&quot;:{&quot;x&quot;:14.483315037893446,&quot;y&quot;:-28.160999999999945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27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810e58f3-df9f-40c1-b248-f0b043409964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810e58f3-df9f-40c1-b248-f0b043409964&quot;:{&quot;type&quot;:&quot;FIGURE_OBJECT&quot;,&quot;id&quot;:&quot;810e58f3-df9f-40c1-b248-f0b043409964&quot;,&quot;relativeTransform&quot;:{&quot;translate&quot;:{&quot;x&quot;:77.87331503789356,&quot;y&quot;:28.7319999999999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48dc465-06f9-482e-b6ae-13c34906d07d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48dc465-06f9-482e-b6ae-13c34906d07d&quot;:{&quot;type&quot;:&quot;FIGURE_OBJECT&quot;,&quot;id&quot;:&quot;f48dc465-06f9-482e-b6ae-13c34906d07d&quot;,&quot;relativeTransform&quot;:{&quot;translate&quot;:{&quot;x&quot;:14.483315037893446,&quot;y&quot;:37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5876b995-f8ba-4be9-9f69-3a4db3e5526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5876b995-f8ba-4be9-9f69-3a4db3e55260&quot;:{&quot;type&quot;:&quot;FIGURE_OBJECT&quot;,&quot;id&quot;:&quot;5876b995-f8ba-4be9-9f69-3a4db3e55260&quot;,&quot;relativeTransform&quot;:{&quot;translate&quot;:{&quot;x&quot;:-25.682684962106492,&quot;y&quot;:-56.466999999999985},&quot;rotate&quot;:0,&quot;skewX&quot;:0,&quot;scale&quot;:{&quot;x&quot;:1,&quot;y&quot;:1}},&quot;opacity&quot;:1,&quot;path&quot;:{&quot;type&quot;:&quot;POLY_LINE&quot;,&quot;points&quot;:[{&quot;x&quot;:-20.055301220180127,&quot;y&quot;:0},{&quot;x&quot;:16,&quot;y&quot;:0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3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a6a8e401-3f92-46f0-a5db-9ce7e0fe1e7c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a6a8e401-3f92-46f0-a5db-9ce7e0fe1e7c&quot;:{&quot;type&quot;:&quot;FIGURE_OBJECT&quot;,&quot;id&quot;:&quot;a6a8e401-3f92-46f0-a5db-9ce7e0fe1e7c&quot;,&quot;name&quot;:&quot;HIV 2&quot;,&quot;relativeTransform&quot;:{&quot;translate&quot;:{&quot;x&quot;:-27.857555571061344,&quot;y&quot;:-89.848366215655},&quot;rotate&quot;:0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4&quot;}},&quot;9983c715-e2f5-47e3-8a33-f3fa929a0f68&quot;:{&quot;type&quot;:&quot;FIGURE_OBJECT&quot;,&quot;id&quot;:&quot;9983c715-e2f5-47e3-8a33-f3fa929a0f68&quot;,&quot;relativeTransform&quot;:{&quot;translate&quot;:{&quot;x&quot;:-0.11244456019253679,&quot;y&quot;:-0.13634843511258854},&quot;rotate&quot;:0,&quot;skewX&quot;:0,&quot;scale&quot;:{&quot;x&quot;:1,&quot;y&quot;:1}},&quot;opacity&quot;:1,&quot;path&quot;:{&quot;type&quot;:&quot;ELLIPSE&quot;,&quot;size&quot;:{&quot;x&quot;:14.974819511426444,&quot;y&quot;:14.974819511426444}},&quot;pathStyles&quot;:[{&quot;type&quot;:&quot;FILL&quot;,&quot;fillStyle&quot;:&quot;rgba(255,235,235,1)&quot;},{&quot;type&quot;:&quot;STROKE&quot;,&quot;strokeStyle&quot;:&quot;transparent&quot;,&quot;lineWidth&quot;:0,&quot;lineJoin&quot;:&quot;round&quot;}],&quot;isLocked&quot;:false,&quot;parent&quot;:{&quot;type&quot;:&quot;CHILD&quot;,&quot;parentId&quot;:&quot;a6a8e401-3f92-46f0-a5db-9ce7e0fe1e7c&quot;,&quot;order&quot;:&quot;05&quot;}},&quot;d0fd1ede-3a79-4c0d-ae0e-3d0b638f4293&quot;:{&quot;type&quot;:&quot;FIGURE_OBJECT&quot;,&quot;id&quot;:&quot;d0fd1ede-3a79-4c0d-ae0e-3d0b638f4293&quot;,&quot;name&quot;:&quot;Viral envelope 2&quot;,&quot;relativeTransform&quot;:{&quot;translate&quot;:{&quot;x&quot;:0.030165332107646492,&quot;y&quot;:-0.05406920702789009},&quot;rotate&quot;:0,&quot;skewX&quot;:0,&quot;scale&quot;:{&quot;x&quot;:0.045821361887397,&quot;y&quot;:0.045821361887397}},&quot;opacity&quot;:1,&quot;image&quot;:{&quot;url&quot;:&quot;https://icons.biorender.com/biorender/5d3f050e4d6c910004dc43b0/viral-envelope-2.png&quot;,&quot;size&quot;:{&quot;x&quot;:354,&quot;y&quot;:354},&quot;isPremium&quot;:false},&quot;source&quot;:{&quot;id&quot;:&quot;5a5fe6b379d76e0014432c8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&quot;}},&quot;7f1cc686-e967-416b-9b44-2d3f7c37e122&quot;:{&quot;type&quot;:&quot;FIGURE_OBJECT&quot;,&quot;id&quot;:&quot;7f1cc686-e967-416b-9b44-2d3f7c37e122&quot;,&quot;name&quot;:&quot;Viral glycoprotein (gp120-gp41)&quot;,&quot;relativeTransform&quot;:{&quot;translate&quot;:{&quot;x&quot;:0.05536033412986274,&quot;y&quot;:-8.748389686416456},&quot;rotate&quot;:0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15&quot;}},&quot;ffcf3d47-b216-4821-abc3-ddb111e9bedf&quot;:{&quot;type&quot;:&quot;FIGURE_OBJECT&quot;,&quot;id&quot;:&quot;ffcf3d47-b216-4821-abc3-ddb111e9bedf&quot;,&quot;name&quot;:&quot;Viral glycoprotein (gp120-gp41)&quot;,&quot;relativeTransform&quot;:{&quot;translate&quot;:{&quot;x&quot;:6.773885951567568,&quot;y&quot;:-5.460061126375523},&quot;rotate&quot;:0.9945917742805775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&quot;}},&quot;c67751d3-5a8a-48f9-b0d7-4e038e946343&quot;:{&quot;type&quot;:&quot;FIGURE_OBJECT&quot;,&quot;id&quot;:&quot;c67751d3-5a8a-48f9-b0d7-4e038e946343&quot;,&quot;name&quot;:&quot;Viral glycoprotein (gp120-gp41)&quot;,&quot;relativeTransform&quot;:{&quot;translate&quot;:{&quot;x&quot;:8.465576366890016,&quot;y&quot;:1.8939523517295949},&quot;rotate&quot;:1.8466724621533726,&quot;skewX&quot;:1.6231562043547263e-16,&quot;scale&quot;:{&quot;x&quot;:0.0111955535172267,&quot;y&quot;:0.0111955535172266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25&quot;}},&quot;f3a5fa3a-9544-4e4d-a8f4-a9cb1115067a&quot;:{&quot;type&quot;:&quot;FIGURE_OBJECT&quot;,&quot;id&quot;:&quot;f3a5fa3a-9544-4e4d-a8f4-a9cb1115067a&quot;,&quot;name&quot;:&quot;Viral glycoprotein (gp120-gp41)&quot;,&quot;relativeTransform&quot;:{&quot;translate&quot;:{&quot;x&quot;:4.4667697272366755,&quot;y&quot;:7.76259147872502},&quot;rotate&quot;:2.569499875935172,&quot;skewX&quot;:-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3&quot;}},&quot;e18141c3-64c1-4d31-abce-61e7c944676f&quot;:{&quot;type&quot;:&quot;FIGURE_OBJECT&quot;,&quot;id&quot;:&quot;e18141c3-64c1-4d31-abce-61e7c944676f&quot;,&quot;name&quot;:&quot;Viral glycoprotein (gp120-gp41)&quot;,&quot;relativeTransform&quot;:{&quot;translate&quot;:{&quot;x&quot;:-2.784514026200389,&quot;y&quot;:8.417663480899426},&quot;rotate&quot;:-2.7190936569638366,&quot;skewX&quot;:5.410520681182421e-17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&quot;}},&quot;7ee7ca6f-f906-4352-ba38-4275cf5f1849&quot;:{&quot;type&quot;:&quot;FIGURE_OBJECT&quot;,&quot;id&quot;:&quot;7ee7ca6f-f906-4352-ba38-4275cf5f1849&quot;,&quot;name&quot;:&quot;Viral glycoprotein (gp120-gp41)&quot;,&quot;relativeTransform&quot;:{&quot;translate&quot;:{&quot;x&quot;:-8.452795880170907,&quot;y&quot;:2.9866431552006087},&quot;rotate&quot;:-1.8670129690910418,&quot;skewX&quot;:0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55&quot;}},&quot;2aabe3e7-e46d-428d-86c9-a2d7e6238ded&quot;:{&quot;type&quot;:&quot;FIGURE_OBJECT&quot;,&quot;id&quot;:&quot;2aabe3e7-e46d-428d-86c9-a2d7e6238ded&quot;,&quot;name&quot;:&quot;Viral glycoprotein (gp120-gp41)&quot;,&quot;relativeTransform&quot;:{&quot;translate&quot;:{&quot;x&quot;:-7.887522300687056,&quot;y&quot;:-4.597355342105644},&quot;rotate&quot;:-1.0993273943372315,&quot;skewX&quot;:-7.033676885537148e-16,&quot;scale&quot;:{&quot;x&quot;:0.0111955535172267,&quot;y&quot;:0.0111955535172267}},&quot;opacity&quot;:1,&quot;image&quot;:{&quot;url&quot;:&quot;https://icons.biorender.com/biorender/5a5fae0079d76e0014432c70/viral-glycoprotein-gp120-gp41.png&quot;,&quot;size&quot;:{&quot;x&quot;:217,&quot;y&quot;:340},&quot;isPremium&quot;:false},&quot;source&quot;:{&quot;id&quot;:&quot;5a5fadde79d76e0014432c64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&quot;}},&quot;98e1d53b-6567-4305-929a-cabf80c3dce4&quot;:{&quot;type&quot;:&quot;FIGURE_OBJECT&quot;,&quot;id&quot;:&quot;98e1d53b-6567-4305-929a-cabf80c3dce4&quot;,&quot;name&quot;:&quot;Viral capsid (with organelles)&quot;,&quot;relativeTransform&quot;:{&quot;translate&quot;:{&quot;x&quot;:0.1307627589387912,&quot;y&quot;:-0.20069141956608316},&quot;rotate&quot;:0,&quot;skewX&quot;:0,&quot;scale&quot;:{&quot;x&quot;:0.0249973922080835,&quot;y&quot;:0.0249973922080835}},&quot;opacity&quot;:1,&quot;image&quot;:{&quot;url&quot;:&quot;https://icons.biorender.com/biorender/5a5faecde2cabd001483dbc3/viral-capsid-with-organelles.png&quot;,&quot;size&quot;:{&quot;x&quot;:233,&quot;y&quot;:343},&quot;isPremium&quot;:false},&quot;source&quot;:{&quot;id&quot;:&quot;5a5fae72e2cabd001483dbbd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65&quot;}},&quot;e8b99651-9f94-4db9-a244-0e1f20fef99b&quot;:{&quot;type&quot;:&quot;FIGURE_OBJECT&quot;,&quot;id&quot;:&quot;e8b99651-9f94-4db9-a244-0e1f20fef99b&quot;,&quot;name&quot;:&quot;HIV (protease)&quot;,&quot;relativeTransform&quot;:{&quot;translate&quot;:{&quot;x&quot;:4.146881383106334,&quot;y&quot;:-2.4545566820323006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&quot;}},&quot;8be68505-30e7-48d9-809d-b46d39514230&quot;:{&quot;type&quot;:&quot;FIGURE_OBJECT&quot;,&quot;id&quot;:&quot;8be68505-30e7-48d9-809d-b46d39514230&quot;,&quot;name&quot;:&quot;HIV (protease)&quot;,&quot;relativeTransform&quot;:{&quot;translate&quot;:{&quot;x&quot;:-4.39605332717987,&quot;y&quot;:-1.9138646117611802},&quot;rotate&quot;:0,&quot;skewX&quot;:0,&quot;scale&quot;:{&quot;x&quot;:0.0054814838720823,&quot;y&quot;:0.0054814838720823}},&quot;opacity&quot;:1,&quot;image&quot;:{&quot;url&quot;:&quot;https://icons.biorender.com/biorender/5cf1811848bc020400d6b439/hiv-protease.png&quot;,&quot;size&quot;:{&quot;x&quot;:200,&quot;y&quot;:150},&quot;isPremium&quot;:false},&quot;source&quot;:{&quot;id&quot;:&quot;5cf180e848bc020400d6b42f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75&quot;}},&quot;e0fcef8c-f45c-43ef-b10f-d3bea0ddbb9c&quot;:{&quot;type&quot;:&quot;FIGURE_OBJECT&quot;,&quot;id&quot;:&quot;e0fcef8c-f45c-43ef-b10f-d3bea0ddbb9c&quot;,&quot;name&quot;:&quot;HIV integrase&quot;,&quot;relativeTransform&quot;:{&quot;translate&quot;:{&quot;x&quot;:-3.7723190726999403,&quot;y&quot;:3.4044424206700272},&quot;rotate&quot;:0,&quot;skewX&quot;:0,&quot;scale&quot;:{&quot;x&quot;:0.0073932898547115,&quot;y&quot;:0.0073932898547115}},&quot;opacity&quot;:1,&quot;image&quot;:{&quot;url&quot;:&quot;https://icons.biorender.com/biorender/5cf180e848bc020400d6b42d/hiv-integrase.png&quot;,&quot;size&quot;:{&quot;x&quot;:200,&quot;y&quot;:175},&quot;isPremium&quot;:false},&quot;source&quot;:{&quot;id&quot;:&quot;5cf180b348bc020400d6b423&quot;,&quot;type&quot;:&quot;ASSETS&quot;},&quot;pathStyles&quot;:[{&quot;type&quot;:&quot;FILL&quot;,&quot;fillStyle&quot;:&quot;rgb(0,0,0)&quot;}],&quot;isLocked&quot;:false,&quot;parent&quot;:{&quot;type&quot;:&quot;CHILD&quot;,&quot;parentId&quot;:&quot;a6a8e401-3f92-46f0-a5db-9ce7e0fe1e7c&quot;,&quot;order&quot;:&quot;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d1cab169-877b-4150-a9dd-193428cf007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d1cab169-877b-4150-a9dd-193428cf0070&quot;:{&quot;type&quot;:&quot;FIGURE_OBJECT&quot;,&quot;id&quot;:&quot;d1cab169-877b-4150-a9dd-193428cf0070&quot;,&quot;relativeTransform&quot;:{&quot;translate&quot;:{&quot;x&quot;:-10.932684962106494,&quot;y&quot;:-28.101893830709173},&quot;rotate&quot;:0,&quot;skewX&quot;:0,&quot;scale&quot;:{&quot;x&quot;:1,&quot;y&quot;:1}},&quot;opacity&quot;:1,&quot;path&quot;:{&quot;type&quot;:&quot;POLY_LINE&quot;,&quot;points&quot;:[{&quot;x&quot;:2.75,&quot;y&quot;:18.813541861580006},{&quot;x&quot;:-2.75,&quot;y&quot;:0.0021591257157069776},{&quot;x&quot;:8.253623084530147,&quot;y&quot;:-14.178911895659866}],&quot;closed&quot;:false},&quot;pathStyles&quot;:[{&quot;type&quot;:&quot;FILL&quot;,&quot;fillStyle&quot;:&quot;transparent&quot;},{&quot;type&quot;:&quot;STROKE&quot;,&quot;strokeStyle&quot;:&quot;rgba(192,56,48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1.4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4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60fb3899-836e-4437-a003-5adf8650d65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60fb3899-836e-4437-a003-5adf8650d656&quot;:{&quot;type&quot;:&quot;FIGURE_OBJECT&quot;,&quot;id&quot;:&quot;60fb3899-836e-4437-a003-5adf8650d656&quot;,&quot;relativeTransform&quot;:{&quot;translate&quot;:{&quot;x&quot;:41.15567859047116,&quot;y&quot;:-33.910828959080845},&quot;rotate&quot;:0,&quot;skewX&quot;:0,&quot;scale&quot;:{&quot;x&quot;:1,&quot;y&quot;:1}},&quot;opacity&quot;:1,&quot;path&quot;:{&quot;type&quot;:&quot;POLY_LINE&quot;,&quot;points&quot;:[{&quot;x&quot;:-11.450989879940607,&quot;y&quot;:-10.520314573570772},{&quot;x&quot;:6.161636447422325,&quot;y&quot;:-6.589171040919155},{&quot;x&quot;:11.161636447422325,&quot;y&quot;:11.410828959080845}],&quot;closed&quot;:false},&quot;pathStyles&quot;:[{&quot;type&quot;:&quot;FILL&quot;,&quot;fillStyle&quot;:&quot;transparent&quot;},{&quot;type&quot;:&quot;STROKE&quot;,&quot;strokeStyle&quot;:&quot;rgba(90,170,70,1)&quot;,&quot;lineWidth&quot;:1,&quot;lineJoin&quot;:&quot;round&quot;,&quot;dashArray&quot;:[1,1]}],&quot;pathSmoothing&quot;:{&quot;type&quot;:&quot;CATMULL_SMOOTHING&quot;,&quot;smoothing&quot;:0.2}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7c4cb08-0ce6-42f3-8ab8-de6230e3a698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7c4cb08-0ce6-42f3-8ab8-de6230e3a698&quot;:{&quot;type&quot;:&quot;FIGURE_OBJECT&quot;,&quot;id&quot;:&quot;07c4cb08-0ce6-42f3-8ab8-de6230e3a698&quot;,&quot;relativeTransform&quot;:{&quot;translate&quot;:{&quot;x&quot;:63.04131503789342,&quot;y&quot;:-13.908000000000015},&quot;rotate&quot;:-0.8415544190416225,&quot;skewX&quot;:0,&quot;scale&quot;:{&quot;x&quot;:0.9999999999999999,&quot;y&quot;:1}},&quot;opacity&quot;:1,&quot;path&quot;:{&quot;type&quot;:&quot;ARC&quot;,&quot;size&quot;:{&quot;x&quot;:23.084401781962974,&quot;y&quot;:23.084401781962974},&quot;startAngle&quot;:2.412350745836501,&quot;sweepAngle&quot;:4.918032112539683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1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f6c734f4-b2be-454d-8742-9fa551a1669e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f6c734f4-b2be-454d-8742-9fa551a1669e&quot;:{&quot;type&quot;:&quot;FIGURE_OBJECT&quot;,&quot;id&quot;:&quot;f6c734f4-b2be-454d-8742-9fa551a1669e&quot;,&quot;relativeTransform&quot;:{&quot;translate&quot;:{&quot;x&quot;:44.58731503789347,&quot;y&quot;:-13.099000000000046},&quot;rotate&quot;:0,&quot;skewX&quot;:0,&quot;scale&quot;:{&quot;x&quot;:1,&quot;y&quot;:1}},&quot;opacity&quot;:1,&quot;path&quot;:{&quot;type&quot;:&quot;POLY_LINE&quot;,&quot;points&quot;:[{&quot;x&quot;:8.162856656817667,&quot;y&quot;:-6.6091051739437034},{&quot;x&quot;:-8.162856656817667,&quot;y&quot;:6.60910517394359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52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4a9a9543-ea86-458e-af1a-218522d74410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4a9a9543-ea86-458e-af1a-218522d74410&quot;:{&quot;type&quot;:&quot;FIGURE_OBJECT&quot;,&quot;id&quot;:&quot;4a9a9543-ea86-458e-af1a-218522d74410&quot;,&quot;relativeTransform&quot;:{&quot;translate&quot;:{&quot;x&quot;:-27.8576575189467,&quot;y&quot;:-73.21899999999994},&quot;rotate&quot;:0,&quot;skewX&quot;:0,&quot;scale&quot;:{&quot;x&quot;:1,&quot;y&quot;:1}},&quot;opacity&quot;:1,&quot;path&quot;:{&quot;type&quot;:&quot;POLY_LINE&quot;,&quot;points&quot;:[{&quot;x&quot;:0,&quot;y&quot;:-5.246052677750754},{&quot;x&quot;:0,&quot;y&quot;:5.246052677750754}],&quot;closed&quot;:false},&quot;pathStyles&quot;:[{&quot;type&quot;:&quot;FILL&quot;,&quot;fillStyle&quot;:&quot;transparent&quot;},{&quot;type&quot;:&quot;STROKE&quot;,&quot;strokeStyle&quot;:&quot;#232323&quot;,&quot;lineWidth&quot;:1.0027568922305852,&quot;lineJoin&quot;:&quot;round&quot;}],&quot;pathMarkers&quot;:{&quot;markerEnd&quot;:{&quot;type&quot;:&quot;PATH&quot;,&quot;units&quot;:{&quot;type&quot;:&quot;STROKE_WIDTH&quot;,&quot;scale&quot;:0.7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04b6aa6f-31a0-4c7b-be78-12f520f06f49&quot;,&quot;order&quot;:&quot;6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0fea4203-9a7c-4834-a03e-7a2072ed6587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0fea4203-9a7c-4834-a03e-7a2072ed6587&quot;:{&quot;type&quot;:&quot;FIGURE_OBJECT&quot;,&quot;id&quot;:&quot;0fea4203-9a7c-4834-a03e-7a2072ed6587&quot;,&quot;relativeTransform&quot;:{&quot;translate&quot;:{&quot;x&quot;:46.655042770719554,&quot;y&quot;:-55.43925329078401},&quot;rotate&quot;:0,&quot;skewX&quot;:0,&quot;scale&quot;:{&quot;x&quot;:1,&quot;y&quot;:1}},&quot;opacity&quot;:1,&quot;path&quot;:{&quot;type&quot;:&quot;POLY_LINE&quot;,&quot;points&quot;:[{&quot;x&quot;:11.420447431298726,&quot;y&quot;:0},{&quot;x&quot;:-11.420447431298726,&quot;y&quot;:0}],&quot;closed&quot;:false},&quot;pathStyles&quot;:[{&quot;type&quot;:&quot;FILL&quot;,&quot;fillStyle&quot;:&quot;transparent&quot;},{&quot;type&quot;:&quot;STROKE&quot;,&quot;strokeStyle&quot;:&quot;#232323&quot;,&quot;lineWidth&quot;:1,&quot;lineJoin&quot;:&quot;round&quot;}],&quot;pathMarkers&quot;:{&quot;markerEnd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,&quot;markerStart&quot;:{&quot;type&quot;:&quot;PATH&quot;,&quot;units&quot;:{&quot;type&quot;:&quot;STROKE_WIDTH&quot;,&quot;scale&quot;:0.7},&quot;orient&quot;:{&quot;type&quot;:&quot;AUTO_START_REVERSE&quot;},&quot;name&quot;:&quot;inhib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3,&quot;isEndPoint&quot;:true},{&quot;x&quot;:0,&quot;y&quot;:-3,&quot;isEndPoint&quot;:true}],&quot;closed&quot;:false}},&quot;pathStyles&quot;:[{&quot;type&quot;:&quot;STROKE&quot;,&quot;strokeStyle&quot;:&quot;context-stroke-flat&quot;,&quot;lineWidth&quot;:1,&quot;lineJoin&quot;:&quot;round&quot;}]}},&quot;isLocked&quot;:false,&quot;parent&quot;:{&quot;type&quot;:&quot;CHILD&quot;,&quot;parentId&quot;:&quot;04b6aa6f-31a0-4c7b-be78-12f520f06f49&quot;,&quot;order&quot;:&quot;98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efc908cb5715304cea89b6"/>
  <p:tag name="FIGURESLIDEID" val="04b6aa6f-31a0-4c7b-be78-12f520f06f49"/>
  <p:tag name="SELECTIONIDS" val="3703ec26-016c-409d-8979-563faa83a516"/>
  <p:tag name="TRANSPARENTBACKGROUND" val="true"/>
  <p:tag name="VERSION" val="1760545859457"/>
  <p:tag name="TITLE" val="HIV immune model with time delay"/>
  <p:tag name="CREATORNAME" val="Alison Hill"/>
  <p:tag name="DATEINSERTED" val="1760545859599"/>
  <p:tag name="DPI" val="300"/>
  <p:tag name="BIOJSON" val="{&quot;id&quot;:&quot;bddf6853-7300-4144-9f56-b62277887ef7&quot;,&quot;objects&quot;:{&quot;3703ec26-016c-409d-8979-563faa83a516&quot;:{&quot;type&quot;:&quot;FIGURE_OBJECT&quot;,&quot;id&quot;:&quot;3703ec26-016c-409d-8979-563faa83a516&quot;,&quot;name&quot;:&quot;Clock&quot;,&quot;relativeTransform&quot;:{&quot;translate&quot;:{&quot;x&quot;:47.82173597453488,&quot;y&quot;:-54.279928405201936},&quot;rotate&quot;:0,&quot;skewX&quot;:0,&quot;scale&quot;:{&quot;x&quot;:0.0335447122929452,&quot;y&quot;:0.0335447122929452}},&quot;opacity&quot;:1,&quot;image&quot;:{&quot;url&quot;:&quot;https://icons.biorender.com/biorender/5a6f5847b5d37c00144d92d2/20180129172254/image/clock.png&quot;,&quot;size&quot;:{&quot;x&quot;:354,&quot;y&quot;:354},&quot;isPremium&quot;:false},&quot;source&quot;:{&quot;id&quot;:&quot;5a6f5847b5d37c00144d92d2&quot;,&quot;type&quot;:&quot;ASSETS&quot;},&quot;pathStyles&quot;:[{&quot;type&quot;:&quot;FILL&quot;,&quot;fillStyle&quot;:&quot;rgb(0,0,0)&quot;}],&quot;isLocked&quot;:false,&quot;parent&quot;:{&quot;type&quot;:&quot;CHILD&quot;,&quot;parentId&quot;:&quot;04b6aa6f-31a0-4c7b-be78-12f520f06f49&quot;,&quot;order&quot;:&quot;99&quot;}},&quot;04b6aa6f-31a0-4c7b-be78-12f520f06f49&quot;:{&quot;type&quot;:&quot;FIGURE_OBJECT&quot;,&quot;id&quot;:&quot;04b6aa6f-31a0-4c7b-be78-12f520f06f49&quot;,&quot;document&quot;:{&quot;type&quot;:&quot;FIGURE&quot;,&quot;canvasType&quot;:&quot;FIGURE&quot;,&quot;units&quot;:&quot;cm&quot;},&quot;relativeTransform&quot;:{&quot;translate&quot;:{&quot;x&quot;:0,&quot;y&quot;:0},&quot;rotate&quot;:0,&quot;skewX&quot;:0,&quot;scale&quot;:{&quot;x&quot;:1,&quot;y&quot;:1}},&quot;isLocked&quot;:false,&quot;parent&quot;:{&quot;type&quot;:&quot;DOCUMENT&quot;,&quot;parentId&quot;:&quot;bddf6853-7300-4144-9f56-b62277887ef7&quot;,&quot;order&quot;:&quot;5&quot;}},&quot;bddf6853-7300-4144-9f56-b62277887ef7&quot;:{&quot;id&quot;:&quot;bddf6853-7300-4144-9f56-b62277887ef7&quot;,&quot;type&quot;:&quot;FIGURE_OBJECT&quot;,&quot;document&quot;:{&quot;type&quot;:&quot;DOCUMENT_GROUP&quot;,&quot;canvasType&quot;:&quot;FIGURE&quot;,&quot;units&quot;:&quot;cm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287</Words>
  <Application>Microsoft Macintosh PowerPoint</Application>
  <PresentationFormat>Custom</PresentationFormat>
  <Paragraphs>100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Liberation Serif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Madeleine Gastonguay</cp:lastModifiedBy>
  <cp:revision>11</cp:revision>
  <dcterms:created xsi:type="dcterms:W3CDTF">2025-10-15T16:31:00Z</dcterms:created>
  <dcterms:modified xsi:type="dcterms:W3CDTF">2026-03-17T22:31:01Z</dcterms:modified>
</cp:coreProperties>
</file>